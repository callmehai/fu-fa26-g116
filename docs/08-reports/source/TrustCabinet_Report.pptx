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628f037bf1e42bc" Type="http://schemas.openxmlformats.org/officeDocument/2006/relationships/officeDocument" Target="ppt/presentation.xml"/><Relationship Id="R564703d2f0fd44db" Type="http://schemas.openxmlformats.org/package/2006/relationships/metadata/core-properties" Target="docProps/core.xml"/><Relationship Id="Rb1efe191ac2e4b8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102a66f3794e34"/>
  </p:sldMasterIdLst>
  <p:notesMasterIdLst>
    <p:notesMasterId xmlns:r="http://schemas.openxmlformats.org/officeDocument/2006/relationships" r:id="R7098798153e74474"/>
  </p:notesMasterIdLst>
  <p:sldIdLst>
    <p:sldId xmlns:r="http://schemas.openxmlformats.org/officeDocument/2006/relationships" id="256" r:id="Re6cfe70b02624c69"/>
    <p:sldId xmlns:r="http://schemas.openxmlformats.org/officeDocument/2006/relationships" id="257" r:id="R521a2ab812354c42"/>
    <p:sldId xmlns:r="http://schemas.openxmlformats.org/officeDocument/2006/relationships" id="258" r:id="R62fb94cae2c14629"/>
    <p:sldId xmlns:r="http://schemas.openxmlformats.org/officeDocument/2006/relationships" id="259" r:id="R82322f9c0a314a1f"/>
    <p:sldId xmlns:r="http://schemas.openxmlformats.org/officeDocument/2006/relationships" id="260" r:id="R2b6f308dbc0e4924"/>
    <p:sldId xmlns:r="http://schemas.openxmlformats.org/officeDocument/2006/relationships" id="261" r:id="R4ea6c804e8e74fbc"/>
    <p:sldId xmlns:r="http://schemas.openxmlformats.org/officeDocument/2006/relationships" id="262" r:id="R51c252a1f57843fd"/>
    <p:sldId xmlns:r="http://schemas.openxmlformats.org/officeDocument/2006/relationships" id="263" r:id="R85dcd81d19b14e35"/>
    <p:sldId xmlns:r="http://schemas.openxmlformats.org/officeDocument/2006/relationships" id="264" r:id="Rcdea0cfc60fa4ef7"/>
    <p:sldId xmlns:r="http://schemas.openxmlformats.org/officeDocument/2006/relationships" id="265" r:id="Rc67b212db9c44a00"/>
    <p:sldId xmlns:r="http://schemas.openxmlformats.org/officeDocument/2006/relationships" id="266" r:id="Re58e7cffa1b549f3"/>
    <p:sldId xmlns:r="http://schemas.openxmlformats.org/officeDocument/2006/relationships" id="267" r:id="R37a9afe26c254de7"/>
    <p:sldId xmlns:r="http://schemas.openxmlformats.org/officeDocument/2006/relationships" id="268" r:id="Rf208581c425b4c7c"/>
    <p:sldId xmlns:r="http://schemas.openxmlformats.org/officeDocument/2006/relationships" id="269" r:id="Rd488f035efbe4d67"/>
    <p:sldId xmlns:r="http://schemas.openxmlformats.org/officeDocument/2006/relationships" id="270" r:id="R481ad673256c4734"/>
    <p:sldId xmlns:r="http://schemas.openxmlformats.org/officeDocument/2006/relationships" id="271" r:id="R97d0a2d4db794dec"/>
    <p:sldId xmlns:r="http://schemas.openxmlformats.org/officeDocument/2006/relationships" id="272" r:id="Re960d0d49f8e4f61"/>
    <p:sldId xmlns:r="http://schemas.openxmlformats.org/officeDocument/2006/relationships" id="273" r:id="R07e5dc28df894911"/>
    <p:sldId xmlns:r="http://schemas.openxmlformats.org/officeDocument/2006/relationships" id="274" r:id="R978c25c1ce0544e7"/>
    <p:sldId xmlns:r="http://schemas.openxmlformats.org/officeDocument/2006/relationships" id="275" r:id="R8aaa062402b24c41"/>
    <p:sldId xmlns:r="http://schemas.openxmlformats.org/officeDocument/2006/relationships" id="276" r:id="R57f3deefc0c34044"/>
    <p:sldId xmlns:r="http://schemas.openxmlformats.org/officeDocument/2006/relationships" id="277" r:id="R7076babe3a464147"/>
    <p:sldId xmlns:r="http://schemas.openxmlformats.org/officeDocument/2006/relationships" id="278" r:id="Ra7745fd76dea4ed2"/>
    <p:sldId xmlns:r="http://schemas.openxmlformats.org/officeDocument/2006/relationships" id="279" r:id="R0c5212efa02147ae"/>
    <p:sldId xmlns:r="http://schemas.openxmlformats.org/officeDocument/2006/relationships" id="280" r:id="R1987e17078324215"/>
    <p:sldId xmlns:r="http://schemas.openxmlformats.org/officeDocument/2006/relationships" id="281" r:id="R702c025cf24b4c5f"/>
    <p:sldId xmlns:r="http://schemas.openxmlformats.org/officeDocument/2006/relationships" id="282" r:id="R9a0b9939c7274e5d"/>
    <p:sldId xmlns:r="http://schemas.openxmlformats.org/officeDocument/2006/relationships" id="283" r:id="Rdc0e89a9b4c34f83"/>
    <p:sldId xmlns:r="http://schemas.openxmlformats.org/officeDocument/2006/relationships" id="284" r:id="R19df38b77353410e"/>
    <p:sldId xmlns:r="http://schemas.openxmlformats.org/officeDocument/2006/relationships" id="285" r:id="R8d004bd1458e4f0c"/>
    <p:sldId xmlns:r="http://schemas.openxmlformats.org/officeDocument/2006/relationships" id="286" r:id="R50100ca9335a49b4"/>
    <p:sldId xmlns:r="http://schemas.openxmlformats.org/officeDocument/2006/relationships" id="287" r:id="Re43de47311f14247"/>
    <p:sldId xmlns:r="http://schemas.openxmlformats.org/officeDocument/2006/relationships" id="288" r:id="R6907fa7144734196"/>
    <p:sldId xmlns:r="http://schemas.openxmlformats.org/officeDocument/2006/relationships" id="289" r:id="R18b2abec8fc24ee1"/>
    <p:sldId xmlns:r="http://schemas.openxmlformats.org/officeDocument/2006/relationships" id="290" r:id="R3a20c2cfca5d4e2a"/>
    <p:sldId xmlns:r="http://schemas.openxmlformats.org/officeDocument/2006/relationships" id="291" r:id="R962f966ddbd7463d"/>
    <p:sldId xmlns:r="http://schemas.openxmlformats.org/officeDocument/2006/relationships" id="292" r:id="R4f0b84e497cb4192"/>
    <p:sldId xmlns:r="http://schemas.openxmlformats.org/officeDocument/2006/relationships" id="293" r:id="R9bc9ddef59884682"/>
    <p:sldId xmlns:r="http://schemas.openxmlformats.org/officeDocument/2006/relationships" id="294" r:id="Ref050e0b4c754f74"/>
    <p:sldId xmlns:r="http://schemas.openxmlformats.org/officeDocument/2006/relationships" id="295" r:id="R12b54b8de8bd4bd4"/>
    <p:sldId xmlns:r="http://schemas.openxmlformats.org/officeDocument/2006/relationships" id="296" r:id="Rfcca6924c7024902"/>
    <p:sldId xmlns:r="http://schemas.openxmlformats.org/officeDocument/2006/relationships" id="297" r:id="R582f87c40ca04c95"/>
    <p:sldId xmlns:r="http://schemas.openxmlformats.org/officeDocument/2006/relationships" id="298" r:id="Ref1a0ad529a949bb"/>
  </p:sldIdLst>
  <p:sldSz cx="13716000" cy="7715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7e5dc28df894911" Type="http://schemas.openxmlformats.org/officeDocument/2006/relationships/slide" Target="slides/slide18.xml"/><Relationship Id="R0c5212efa02147ae" Type="http://schemas.openxmlformats.org/officeDocument/2006/relationships/slide" Target="slides/slide24.xml"/><Relationship Id="R12b54b8de8bd4bd4" Type="http://schemas.openxmlformats.org/officeDocument/2006/relationships/slide" Target="slides/slide40.xml"/><Relationship Id="R18b2abec8fc24ee1" Type="http://schemas.openxmlformats.org/officeDocument/2006/relationships/slide" Target="slides/slide34.xml"/><Relationship Id="R1987e17078324215" Type="http://schemas.openxmlformats.org/officeDocument/2006/relationships/slide" Target="slides/slide25.xml"/><Relationship Id="R19df38b77353410e" Type="http://schemas.openxmlformats.org/officeDocument/2006/relationships/slide" Target="slides/slide29.xml"/><Relationship Id="R25deb6b532694de3" Type="http://schemas.openxmlformats.org/officeDocument/2006/relationships/tableStyles" Target="tableStyles.xml"/><Relationship Id="R2b6f308dbc0e4924" Type="http://schemas.openxmlformats.org/officeDocument/2006/relationships/slide" Target="slides/slide5.xml"/><Relationship Id="R37a9afe26c254de7" Type="http://schemas.openxmlformats.org/officeDocument/2006/relationships/slide" Target="slides/slide12.xml"/><Relationship Id="R3a20c2cfca5d4e2a" Type="http://schemas.openxmlformats.org/officeDocument/2006/relationships/slide" Target="slides/slide35.xml"/><Relationship Id="R481ad673256c4734" Type="http://schemas.openxmlformats.org/officeDocument/2006/relationships/slide" Target="slides/slide15.xml"/><Relationship Id="R4b6931db648c4bb9" Type="http://schemas.openxmlformats.org/officeDocument/2006/relationships/theme" Target="theme/theme1.xml"/><Relationship Id="R4ea6c804e8e74fbc" Type="http://schemas.openxmlformats.org/officeDocument/2006/relationships/slide" Target="slides/slide6.xml"/><Relationship Id="R4f0b84e497cb4192" Type="http://schemas.openxmlformats.org/officeDocument/2006/relationships/slide" Target="slides/slide37.xml"/><Relationship Id="R50100ca9335a49b4" Type="http://schemas.openxmlformats.org/officeDocument/2006/relationships/slide" Target="slides/slide31.xml"/><Relationship Id="R51c252a1f57843fd" Type="http://schemas.openxmlformats.org/officeDocument/2006/relationships/slide" Target="slides/slide7.xml"/><Relationship Id="R521a2ab812354c42" Type="http://schemas.openxmlformats.org/officeDocument/2006/relationships/slide" Target="slides/slide2.xml"/><Relationship Id="R57f3deefc0c34044" Type="http://schemas.openxmlformats.org/officeDocument/2006/relationships/slide" Target="slides/slide21.xml"/><Relationship Id="R582f87c40ca04c95" Type="http://schemas.openxmlformats.org/officeDocument/2006/relationships/slide" Target="slides/slide42.xml"/><Relationship Id="R62fb94cae2c14629" Type="http://schemas.openxmlformats.org/officeDocument/2006/relationships/slide" Target="slides/slide3.xml"/><Relationship Id="R68102a66f3794e34" Type="http://schemas.openxmlformats.org/officeDocument/2006/relationships/slideMaster" Target="slideMasters/slideMaster1.xml"/><Relationship Id="R6907fa7144734196" Type="http://schemas.openxmlformats.org/officeDocument/2006/relationships/slide" Target="slides/slide33.xml"/><Relationship Id="R702c025cf24b4c5f" Type="http://schemas.openxmlformats.org/officeDocument/2006/relationships/slide" Target="slides/slide26.xml"/><Relationship Id="R7076babe3a464147" Type="http://schemas.openxmlformats.org/officeDocument/2006/relationships/slide" Target="slides/slide22.xml"/><Relationship Id="R7098798153e74474" Type="http://schemas.openxmlformats.org/officeDocument/2006/relationships/notesMaster" Target="notesMasters/notesMaster1.xml"/><Relationship Id="R733c352449194258" Type="http://schemas.openxmlformats.org/officeDocument/2006/relationships/presProps" Target="presProps.xml"/><Relationship Id="R82322f9c0a314a1f" Type="http://schemas.openxmlformats.org/officeDocument/2006/relationships/slide" Target="slides/slide4.xml"/><Relationship Id="R85dcd81d19b14e35" Type="http://schemas.openxmlformats.org/officeDocument/2006/relationships/slide" Target="slides/slide8.xml"/><Relationship Id="R8aaa062402b24c41" Type="http://schemas.openxmlformats.org/officeDocument/2006/relationships/slide" Target="slides/slide20.xml"/><Relationship Id="R8d004bd1458e4f0c" Type="http://schemas.openxmlformats.org/officeDocument/2006/relationships/slide" Target="slides/slide30.xml"/><Relationship Id="R962f966ddbd7463d" Type="http://schemas.openxmlformats.org/officeDocument/2006/relationships/slide" Target="slides/slide36.xml"/><Relationship Id="R978c25c1ce0544e7" Type="http://schemas.openxmlformats.org/officeDocument/2006/relationships/slide" Target="slides/slide19.xml"/><Relationship Id="R97d0a2d4db794dec" Type="http://schemas.openxmlformats.org/officeDocument/2006/relationships/slide" Target="slides/slide16.xml"/><Relationship Id="R9a0b9939c7274e5d" Type="http://schemas.openxmlformats.org/officeDocument/2006/relationships/slide" Target="slides/slide27.xml"/><Relationship Id="R9bc9ddef59884682" Type="http://schemas.openxmlformats.org/officeDocument/2006/relationships/slide" Target="slides/slide38.xml"/><Relationship Id="Ra7745fd76dea4ed2" Type="http://schemas.openxmlformats.org/officeDocument/2006/relationships/slide" Target="slides/slide23.xml"/><Relationship Id="Rc67b212db9c44a00" Type="http://schemas.openxmlformats.org/officeDocument/2006/relationships/slide" Target="slides/slide10.xml"/><Relationship Id="Rcdea0cfc60fa4ef7" Type="http://schemas.openxmlformats.org/officeDocument/2006/relationships/slide" Target="slides/slide9.xml"/><Relationship Id="Rd488f035efbe4d67" Type="http://schemas.openxmlformats.org/officeDocument/2006/relationships/slide" Target="slides/slide14.xml"/><Relationship Id="Rdc0e89a9b4c34f83" Type="http://schemas.openxmlformats.org/officeDocument/2006/relationships/slide" Target="slides/slide28.xml"/><Relationship Id="Re43de47311f14247" Type="http://schemas.openxmlformats.org/officeDocument/2006/relationships/slide" Target="slides/slide32.xml"/><Relationship Id="Re58e7cffa1b549f3" Type="http://schemas.openxmlformats.org/officeDocument/2006/relationships/slide" Target="slides/slide11.xml"/><Relationship Id="Re6cfe70b02624c69" Type="http://schemas.openxmlformats.org/officeDocument/2006/relationships/slide" Target="slides/slide1.xml"/><Relationship Id="Re960d0d49f8e4f61" Type="http://schemas.openxmlformats.org/officeDocument/2006/relationships/slide" Target="slides/slide17.xml"/><Relationship Id="Ref050e0b4c754f74" Type="http://schemas.openxmlformats.org/officeDocument/2006/relationships/slide" Target="slides/slide39.xml"/><Relationship Id="Ref1a0ad529a949bb" Type="http://schemas.openxmlformats.org/officeDocument/2006/relationships/slide" Target="slides/slide43.xml"/><Relationship Id="Rf208581c425b4c7c" Type="http://schemas.openxmlformats.org/officeDocument/2006/relationships/slide" Target="slides/slide13.xml"/><Relationship Id="Rfcca6924c7024902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01915f2200474e5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6565bba75e34d41" Type="http://schemas.openxmlformats.org/officeDocument/2006/relationships/notesMaster" Target="../notesMasters/notesMaster1.xml"/><Relationship Id="R9d2f26106be7467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b7dccc3e4f94d23" Type="http://schemas.openxmlformats.org/officeDocument/2006/relationships/slide" Target="../slides/slide2.xml"/><Relationship Id="Rfd2e4844244c43c7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07c8e140d06407b" Type="http://schemas.openxmlformats.org/officeDocument/2006/relationships/slide" Target="../slides/slide3.xml"/><Relationship Id="R7de0ca4a33d442a8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2ebced9347c45e5" Type="http://schemas.openxmlformats.org/officeDocument/2006/relationships/slide" Target="../slides/slide4.xml"/><Relationship Id="R778ee37149944b4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4a3d50dc1f254efc" Type="http://schemas.openxmlformats.org/officeDocument/2006/relationships/slide" Target="../slides/slide5.xml"/><Relationship Id="R7b894f819d4b4e85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f6c54f73a2b4236" Type="http://schemas.openxmlformats.org/officeDocument/2006/relationships/slide" Target="../slides/slide6.xml"/><Relationship Id="Rea0474c396824e6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214c65de89594e42" Type="http://schemas.openxmlformats.org/officeDocument/2006/relationships/notesMaster" Target="../notesMasters/notesMaster1.xml"/><Relationship Id="Ra190900cb65545f5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0719cc7154b422b" Type="http://schemas.openxmlformats.org/officeDocument/2006/relationships/notesMaster" Target="../notesMasters/notesMaster1.xml"/><Relationship Id="Rf528c02663cf429c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96e650a2cfbe46d3" Type="http://schemas.openxmlformats.org/officeDocument/2006/relationships/slide" Target="../slides/slide9.xml"/><Relationship Id="Rfb039a46edb64887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d15f100810124dc5" Type="http://schemas.openxmlformats.org/officeDocument/2006/relationships/slide" Target="../slides/slide10.xml"/><Relationship Id="Rd917c498468446e4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e38262c46c3843b6" Type="http://schemas.openxmlformats.org/officeDocument/2006/relationships/notesMaster" Target="../notesMasters/notesMaster1.xml"/><Relationship Id="Re402168e63824f8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baf89ed619144f2" Type="http://schemas.openxmlformats.org/officeDocument/2006/relationships/slide" Target="../slides/slide12.xml"/><Relationship Id="Rf38313af9059473d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8da2349f8e3745b5" Type="http://schemas.openxmlformats.org/officeDocument/2006/relationships/slide" Target="../slides/slide13.xml"/><Relationship Id="Rf3f9d718aff84f84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2554f67ddf5041e7" Type="http://schemas.openxmlformats.org/officeDocument/2006/relationships/notesMaster" Target="../notesMasters/notesMaster1.xml"/><Relationship Id="R864d8a5bd802447f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4136d8e14a8b412c" Type="http://schemas.openxmlformats.org/officeDocument/2006/relationships/slide" Target="../slides/slide15.xml"/><Relationship Id="R6a7d85f9e20f42e8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1cb28810bac46a1" Type="http://schemas.openxmlformats.org/officeDocument/2006/relationships/slide" Target="../slides/slide16.xml"/><Relationship Id="Rbe5e3251baf448bd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541353976296447b" Type="http://schemas.openxmlformats.org/officeDocument/2006/relationships/slide" Target="../slides/slide17.xml"/><Relationship Id="R5659128c6f384d3c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ddd69d8b50e74ab0" Type="http://schemas.openxmlformats.org/officeDocument/2006/relationships/slide" Target="../slides/slide18.xml"/><Relationship Id="Rf31b0a3121dd4910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cec518f0495d4d95" Type="http://schemas.openxmlformats.org/officeDocument/2006/relationships/slide" Target="../slides/slide19.xml"/><Relationship Id="Rdf6941f8189b47ff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399037ada39d4962" Type="http://schemas.openxmlformats.org/officeDocument/2006/relationships/notesMaster" Target="../notesMasters/notesMaster1.xml"/><Relationship Id="R6f15288aefa34ff1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4087de1df36248ab" Type="http://schemas.openxmlformats.org/officeDocument/2006/relationships/slide" Target="../slides/slide21.xml"/><Relationship Id="R9e50485246d24ae4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372cf0db5e0047a7" Type="http://schemas.openxmlformats.org/officeDocument/2006/relationships/notesMaster" Target="../notesMasters/notesMaster1.xml"/><Relationship Id="Rb134f8e38b754c6b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86ef198619684208" Type="http://schemas.openxmlformats.org/officeDocument/2006/relationships/slide" Target="../slides/slide23.xml"/><Relationship Id="Re14799dbf296495d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41fc43b2bf544df8" Type="http://schemas.openxmlformats.org/officeDocument/2006/relationships/notesMaster" Target="../notesMasters/notesMaster1.xml"/><Relationship Id="R9c1b0e95f31f41e5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32de2b6cf24b439c" Type="http://schemas.openxmlformats.org/officeDocument/2006/relationships/slide" Target="../slides/slide25.xml"/><Relationship Id="Rc61ef58108604a63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9f3e321082b4940" Type="http://schemas.openxmlformats.org/officeDocument/2006/relationships/notesMaster" Target="../notesMasters/notesMaster1.xml"/><Relationship Id="R75af7838048d459c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3d31c2e37d0f4a4b" Type="http://schemas.openxmlformats.org/officeDocument/2006/relationships/notesMaster" Target="../notesMasters/notesMaster1.xml"/><Relationship Id="R3e1650f8887b41ee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0ba09e14711e45e6" Type="http://schemas.openxmlformats.org/officeDocument/2006/relationships/notesMaster" Target="../notesMasters/notesMaster1.xml"/><Relationship Id="R474b958655c4480f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ba685bffceeb4fe3" Type="http://schemas.openxmlformats.org/officeDocument/2006/relationships/slide" Target="../slides/slide29.xml"/><Relationship Id="Rbc7f8116cc124ef3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58be2ded1aaf493b" Type="http://schemas.openxmlformats.org/officeDocument/2006/relationships/slide" Target="../slides/slide30.xml"/><Relationship Id="Rb87df324ef1b48cc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5ed80d77e90b444b" Type="http://schemas.openxmlformats.org/officeDocument/2006/relationships/notesMaster" Target="../notesMasters/notesMaster1.xml"/><Relationship Id="R9c1b07fa044a4736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3fb692ad40104593" Type="http://schemas.openxmlformats.org/officeDocument/2006/relationships/notesMaster" Target="../notesMasters/notesMaster1.xml"/><Relationship Id="R8e21d167d8ea4083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315f0981a44a4621" Type="http://schemas.openxmlformats.org/officeDocument/2006/relationships/slide" Target="../slides/slide33.xml"/><Relationship Id="R512c6586f3dd405e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45f96690c8a340e0" Type="http://schemas.openxmlformats.org/officeDocument/2006/relationships/slide" Target="../slides/slide34.xml"/><Relationship Id="R7e46b263f2374ca6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241955f8792e43f3" Type="http://schemas.openxmlformats.org/officeDocument/2006/relationships/notesMaster" Target="../notesMasters/notesMaster1.xml"/><Relationship Id="R495f3c31150b4a31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8e2855b6407f40ef" Type="http://schemas.openxmlformats.org/officeDocument/2006/relationships/notesMaster" Target="../notesMasters/notesMaster1.xml"/><Relationship Id="R944fb29e3b4e4e0c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6ab76780633647b7" Type="http://schemas.openxmlformats.org/officeDocument/2006/relationships/slide" Target="../slides/slide37.xml"/><Relationship Id="Rccebf6dcc6d74f79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014e53ac065943bf" Type="http://schemas.openxmlformats.org/officeDocument/2006/relationships/notesMaster" Target="../notesMasters/notesMaster1.xml"/><Relationship Id="Rdae50103a1b04859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b65169d71a704df7" Type="http://schemas.openxmlformats.org/officeDocument/2006/relationships/slide" Target="../slides/slide39.xml"/><Relationship Id="Rfe526c65ce114949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5e7a4b7491bc4dcf" Type="http://schemas.openxmlformats.org/officeDocument/2006/relationships/notesMaster" Target="../notesMasters/notesMaster1.xml"/><Relationship Id="R5fbb129c3fc243fe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af3591f6f2e9414f" Type="http://schemas.openxmlformats.org/officeDocument/2006/relationships/notesMaster" Target="../notesMasters/notesMaster1.xml"/><Relationship Id="Rd94f0f41c85d4669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374b1b8f543a429a" Type="http://schemas.openxmlformats.org/officeDocument/2006/relationships/notesMaster" Target="../notesMasters/notesMaster1.xml"/><Relationship Id="R37bf67ad6cd7414a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94ed4c6ef5594d6e" Type="http://schemas.openxmlformats.org/officeDocument/2006/relationships/notesMaster" Target="../notesMasters/notesMaster1.xml"/><Relationship Id="Rd67ab5dbe21e456d" Type="http://schemas.openxmlformats.org/officeDocument/2006/relationships/slide" Target="../slides/slide4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I. Project Overview</a:t>
            </a:r>
          </a:p>
          <a:p xmlns:a="http://schemas.openxmlformats.org/drawingml/2006/main">
            <a:r>
              <a:t>Reference layout: ACCE_Slide.pdf, slides 1–33. Palette: Report 3 source DOCX UI illustrations and frontend/src/styles/global.css.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I.3 Project Stakeholders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I.3 Project Stakeholders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</a:t>
            </a:r>
          </a:p>
          <a:p xmlns:a="http://schemas.openxmlformats.org/drawingml/2006/main">
            <a:r>
              <a:t>C:/Users/admin/Documents/GitHub/TrustCabinet/docs/08-reports/Report-2_Project_Management_Plan.md</a:t>
            </a:r>
          </a:p>
          <a:p xmlns:a="http://schemas.openxmlformats.org/drawingml/2006/main"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</a:t>
            </a:r>
          </a:p>
          <a:p xmlns:a="http://schemas.openxmlformats.org/drawingml/2006/main">
            <a:r>
              <a:t>C:/Users/admin/Documents/GitHub/TrustCabinet/docs/08-reports/source/Report_3_Software_Requirement_Specification.docx — Create Meeting UI illustration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II. Product Background</a:t>
            </a:r>
          </a:p>
          <a:p xmlns:a="http://schemas.openxmlformats.org/drawingml/2006/main">
            <a:r>
              <a:t>C:/Users/admin/Documents/GitHub/TrustCabinet/docs/08-reports/source/Report_3_Software_Requirement_Specification.docx — Meeting Detail illustration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II. Product Background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III. Existing Solutions. This is the project research baseline, not a new market survey.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III. Existing Solutions. This is the project research baseline, not a new market survey.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IV. Proposed Solution</a:t>
            </a:r>
          </a:p>
          <a:p xmlns:a="http://schemas.openxmlformats.org/drawingml/2006/main">
            <a:r>
              <a:t>C:/Users/admin/Documents/GitHub/TrustCabinet/docs/08-reports/Report-3_Software_Requirement_Specification.md — FE-10, FE-12; UI image43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IV. Proposed Solution</a:t>
            </a:r>
          </a:p>
          <a:p xmlns:a="http://schemas.openxmlformats.org/drawingml/2006/main">
            <a:r>
              <a:t>C:/Users/admin/Documents/GitHub/TrustCabinet/docs/01-requirements/00-master-use-case-inventory.md — lifecycle and dependency flows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IV. Proposed Solution</a:t>
            </a:r>
          </a:p>
          <a:p xmlns:a="http://schemas.openxmlformats.org/drawingml/2006/main">
            <a:r>
              <a:t>C:/Users/admin/Documents/GitHub/TrustCabinet/docs/01-requirements/00-master-use-case-inventory.md — lifecycle and dependency flows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V.1 Major Features</a:t>
            </a:r>
          </a:p>
          <a:p xmlns:a="http://schemas.openxmlformats.org/drawingml/2006/main">
            <a:r>
              <a:t>C:/Users/admin/Documents/GitHub/TrustCabinet/docs/01-requirements/00-master-use-case-inventory.md — revised baseline 10/10/2026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C:/Users/admin/Documents/GitHub/TrustCabinet/docs/08-reports/Report-1_Project_Introduction.md — V. Limitations / Exclusions</a:t>
            </a:r>
          </a:p>
          <a:p xmlns:a="http://schemas.openxmlformats.org/drawingml/2006/main">
            <a:r>
              <a:t>C:/Users/admin/Documents/GitHub/TrustCabinet/docs/01-requirements/00-master-use-case-inventory.md — Outside Use Case Scope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C:/Users/admin/Documents/GitHub/TrustCabinet/docs/08-reports/Report-2_Project_Management_Plan.md</a:t>
            </a:r>
          </a:p>
          <a:p xmlns:a="http://schemas.openxmlformats.org/drawingml/2006/main">
            <a:r>
              <a:t>Reference layout: ACCE_Slide.pdf, slides 1–33. Palette: Report 3 source DOCX UI illustrations and frontend/src/styles/global.css. Icon extracted unchanged from supplied PDF page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User-provided Iterative Model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C:/Users/admin/Documents/GitHub/TrustCabinet/docs/08-reports/Report-2_Project_Management_Plan.md — I.3 Cost &amp; Time Estimations; II.1 Iterations. Dates are planned milestones, not completion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C:/Users/admin/Documents/GitHub/TrustCabinet/docs/08-reports/Report-2_Project_Management_Plan.md — I.4 Capacity Planning; II.1 Initial Planning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C:/Users/admin/Documents/GitHub/TrustCabinet/docs/DEVELOPMENT_WORKFLOW.md — Sprint Planning / Review / Responsibilities</a:t>
            </a:r>
          </a:p>
          <a:p xmlns:a="http://schemas.openxmlformats.org/drawingml/2006/main">
            <a:r>
              <a:t>C:/Users/admin/Documents/GitHub/TrustCabinet/docs/08-reports/Report-2_Project_Management_Plan.md — Management Approach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C:/Users/admin/Documents/GitHub/TrustCabinet/docs/08-reports/Report-2_Project_Management_Plan.md — Technology and tool baseline</a:t>
            </a:r>
          </a:p>
          <a:p xmlns:a="http://schemas.openxmlformats.org/drawingml/2006/main">
            <a:r>
              <a:t>C:/Users/admin/Documents/GitHub/TrustCabinet/docs/08-reports/Report-3_Software_Requirement_Specification.md — IV.1 External Interfaces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C:/Users/admin/Documents/GitHub/TrustCabinet/docs/DEVELOPMENT_WORKFLOW.md — Team Pipeline / Responsibilities / Review</a:t>
            </a:r>
          </a:p>
          <a:p xmlns:a="http://schemas.openxmlformats.org/drawingml/2006/main">
            <a:r>
              <a:t>C:/Users/admin/Documents/GitHub/TrustCabinet/docs/08-reports/Report-2_Project_Management_Plan.md — II.1 Iterative Incremental 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C:/Users/admin/Documents/GitHub/TrustCabinet/docs/08-reports/Report-2_Project_Management_Plan.md — I.6 Risks and Mitigations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C:/Users/admin/Documents/GitHub/TrustCabinet/docs/DEVELOPMENT_WORKFLOW.md — Definition of Done</a:t>
            </a:r>
          </a:p>
          <a:p xmlns:a="http://schemas.openxmlformats.org/drawingml/2006/main">
            <a:r>
              <a:t>C:/Users/admin/Documents/GitHub/TrustCabinet/.github/workflows/ci.yml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C:/Users/admin/Documents/GitHub/TrustCabinet/docs/DEVELOPMENT_WORKFLOW.md — §2 Pipeline; §2.1 Changing a Requirement; §6 Definition of Done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C:/Users/admin/Documents/GitHub/TrustCabinet/docs/08-reports/Report-3_Software_Requirement_Specification.md</a:t>
            </a:r>
          </a:p>
          <a:p xmlns:a="http://schemas.openxmlformats.org/drawingml/2006/main">
            <a:r>
              <a:t>Reference layout: ACCE_Slide.pdf, slides 1–33. Palette: Report 3 source DOCX UI illustrations and frontend/src/styles/global.css. Section illustration extracted unchanged from supplied PDF page 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C:/Users/admin/Documents/GitHub/TrustCabinet/docs/08-reports/Report-3_Software_Requirement_Specification.md</a:t>
            </a:r>
          </a:p>
          <a:p xmlns:a="http://schemas.openxmlformats.org/drawingml/2006/main">
            <a:r>
              <a:t>C:/Users/admin/Documents/GitHub/TrustCabinet/docs/01-requirements/00-master-use-case-inventory.md — revised baseline 10/10/2026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embedded unchanged from: C:/Users/admin/Documents/GitHub/TrustCabinet/docs/11-contextdiagram/trustcabinet-context.drawio.png</a:t>
            </a:r>
          </a:p>
          <a:p xmlns:a="http://schemas.openxmlformats.org/drawingml/2006/main">
            <a:r>
              <a:t>Editable diagram source: C:/Users/admin/Documents/GitHub/TrustCabinet/docs/11-contextdiagram/trustcabinet-context.drawio</a:t>
            </a:r>
          </a:p>
          <a:p xmlns:a="http://schemas.openxmlformats.org/drawingml/2006/main"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C:/Users/admin/Documents/GitHub/TrustCabinet/docs/08-reports/source/Report_3_Software_Requirement_Specification.docx — §I.4.3</a:t>
            </a:r>
          </a:p>
          <a:p xmlns:a="http://schemas.openxmlformats.org/drawingml/2006/main">
            <a:r>
              <a:t>C:/Users/admin/Documents/GitHub/TrustCabinet/docs/assets/use-case-diagrams/trustcabinet-use-cases.drawio — System Admin page</a:t>
            </a:r>
          </a:p>
          <a:p xmlns:a="http://schemas.openxmlformats.org/drawingml/2006/main">
            <a:r>
              <a:t>C:/Users/admin/Documents/GitHub/TrustCabinet/docs/01-requirements/00-master-use-case-inventory.md</a:t>
            </a:r>
          </a:p>
          <a:p xmlns:a="http://schemas.openxmlformats.org/drawingml/2006/main"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C:/Users/admin/Documents/GitHub/TrustCabinet/docs/08-reports/source/Report_3_Software_Requirement_Specification.docx — §I.4.3</a:t>
            </a:r>
          </a:p>
          <a:p xmlns:a="http://schemas.openxmlformats.org/drawingml/2006/main">
            <a:r>
              <a:t>C:/Users/admin/Documents/GitHub/TrustCabinet/docs/assets/use-case-diagrams/trustcabinet-use-cases.drawio — Meeting Organizer page</a:t>
            </a:r>
          </a:p>
          <a:p xmlns:a="http://schemas.openxmlformats.org/drawingml/2006/main">
            <a:r>
              <a:t>C:/Users/admin/Documents/GitHub/TrustCabinet/docs/01-requirements/00-master-use-case-inventory.md</a:t>
            </a:r>
          </a:p>
          <a:p xmlns:a="http://schemas.openxmlformats.org/drawingml/2006/main"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C:/Users/admin/Documents/GitHub/TrustCabinet/docs/08-reports/source/Report_3_Software_Requirement_Specification.docx — §I.4.3</a:t>
            </a:r>
          </a:p>
          <a:p xmlns:a="http://schemas.openxmlformats.org/drawingml/2006/main">
            <a:r>
              <a:t>C:/Users/admin/Documents/GitHub/TrustCabinet/docs/assets/use-case-diagrams/trustcabinet-use-cases.drawio — Meeting Approver page</a:t>
            </a:r>
          </a:p>
          <a:p xmlns:a="http://schemas.openxmlformats.org/drawingml/2006/main">
            <a:r>
              <a:t>C:/Users/admin/Documents/GitHub/TrustCabinet/docs/01-requirements/00-master-use-case-inventory.md</a:t>
            </a:r>
          </a:p>
          <a:p xmlns:a="http://schemas.openxmlformats.org/drawingml/2006/main"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C:/Users/admin/Documents/GitHub/TrustCabinet/docs/08-reports/source/Report_3_Software_Requirement_Specification.docx — §I.4.3</a:t>
            </a:r>
          </a:p>
          <a:p xmlns:a="http://schemas.openxmlformats.org/drawingml/2006/main">
            <a:r>
              <a:t>C:/Users/admin/Documents/GitHub/TrustCabinet/docs/assets/use-case-diagrams/trustcabinet-use-cases.drawio — Chair page</a:t>
            </a:r>
          </a:p>
          <a:p xmlns:a="http://schemas.openxmlformats.org/drawingml/2006/main">
            <a:r>
              <a:t>C:/Users/admin/Documents/GitHub/TrustCabinet/docs/01-requirements/00-master-use-case-inventory.md</a:t>
            </a:r>
          </a:p>
          <a:p xmlns:a="http://schemas.openxmlformats.org/drawingml/2006/main"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C:/Users/admin/Documents/GitHub/TrustCabinet/docs/08-reports/source/Report_3_Software_Requirement_Specification.docx — §I.4.3</a:t>
            </a:r>
          </a:p>
          <a:p xmlns:a="http://schemas.openxmlformats.org/drawingml/2006/main">
            <a:r>
              <a:t>C:/Users/admin/Documents/GitHub/TrustCabinet/docs/assets/use-case-diagrams/trustcabinet-use-cases.drawio — Secretary page</a:t>
            </a:r>
          </a:p>
          <a:p xmlns:a="http://schemas.openxmlformats.org/drawingml/2006/main">
            <a:r>
              <a:t>C:/Users/admin/Documents/GitHub/TrustCabinet/docs/01-requirements/00-master-use-case-inventory.md</a:t>
            </a:r>
          </a:p>
          <a:p xmlns:a="http://schemas.openxmlformats.org/drawingml/2006/main"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C:/Users/admin/Documents/GitHub/TrustCabinet/docs/08-reports/source/Report_3_Software_Requirement_Specification.docx — §I.4.3</a:t>
            </a:r>
          </a:p>
          <a:p xmlns:a="http://schemas.openxmlformats.org/drawingml/2006/main">
            <a:r>
              <a:t>C:/Users/admin/Documents/GitHub/TrustCabinet/docs/assets/use-case-diagrams/trustcabinet-use-cases.drawio — Participant page</a:t>
            </a:r>
          </a:p>
          <a:p xmlns:a="http://schemas.openxmlformats.org/drawingml/2006/main">
            <a:r>
              <a:t>C:/Users/admin/Documents/GitHub/TrustCabinet/docs/01-requirements/00-master-use-case-inventory.md</a:t>
            </a:r>
          </a:p>
          <a:p xmlns:a="http://schemas.openxmlformats.org/drawingml/2006/main"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C:/Users/admin/Documents/GitHub/TrustCabinet/docs/08-reports/source/Report_3_Software_Requirement_Specification.docx — §I.4.3</a:t>
            </a:r>
          </a:p>
          <a:p xmlns:a="http://schemas.openxmlformats.org/drawingml/2006/main">
            <a:r>
              <a:t>C:/Users/admin/Documents/GitHub/TrustCabinet/docs/assets/use-case-diagrams/trustcabinet-use-cases.drawio — Guest page</a:t>
            </a:r>
          </a:p>
          <a:p xmlns:a="http://schemas.openxmlformats.org/drawingml/2006/main">
            <a:r>
              <a:t>C:/Users/admin/Documents/GitHub/TrustCabinet/docs/01-requirements/00-master-use-case-inventory.md</a:t>
            </a:r>
          </a:p>
          <a:p xmlns:a="http://schemas.openxmlformats.org/drawingml/2006/main"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C:/Users/admin/Documents/GitHub/TrustCabinet/docs/09-bussinessflow/BF-01_System_Access_Administration.drawio</a:t>
            </a:r>
          </a:p>
          <a:p xmlns:a="http://schemas.openxmlformats.org/drawingml/2006/main">
            <a:r>
              <a:t>C:/Users/admin/Documents/GitHub/TrustCabinet/docs/02-design/04-luong-nghiep-vu-chinh.md</a:t>
            </a:r>
          </a:p>
          <a:p xmlns:a="http://schemas.openxmlformats.org/drawingml/2006/main"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C:/Users/admin/Documents/GitHub/TrustCabinet/docs/09-bussinessflow/BF-02_Meeting_Preparation_Approval.drawio</a:t>
            </a:r>
          </a:p>
          <a:p xmlns:a="http://schemas.openxmlformats.org/drawingml/2006/main">
            <a:r>
              <a:t>C:/Users/admin/Documents/GitHub/TrustCabinet/docs/02-design/04-luong-nghiep-vu-chinh.md</a:t>
            </a:r>
          </a:p>
          <a:p xmlns:a="http://schemas.openxmlformats.org/drawingml/2006/main"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C:/Users/admin/Documents/GitHub/TrustCabinet/docs/09-bussinessflow/BF-03_Meeting_Execution_Decision_Making.drawio</a:t>
            </a:r>
          </a:p>
          <a:p xmlns:a="http://schemas.openxmlformats.org/drawingml/2006/main">
            <a:r>
              <a:t>C:/Users/admin/Documents/GitHub/TrustCabinet/docs/02-design/04-luong-nghiep-vu-chinh.md</a:t>
            </a:r>
          </a:p>
          <a:p xmlns:a="http://schemas.openxmlformats.org/drawingml/2006/main"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C:/Users/admin/Documents/GitHub/TrustCabinet/docs/09-bussinessflow/BF-04_Post_Meeting_Processing_Formal_Records.drawio</a:t>
            </a:r>
          </a:p>
          <a:p xmlns:a="http://schemas.openxmlformats.org/drawingml/2006/main">
            <a:r>
              <a:t>C:/Users/admin/Documents/GitHub/TrustCabinet/docs/02-design/04-luong-nghiep-vu-chinh.md</a:t>
            </a:r>
          </a:p>
          <a:p xmlns:a="http://schemas.openxmlformats.org/drawingml/2006/main"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embedded unchanged from: C:/Users/admin/Documents/GitHub/TrustCabinet/docs/10-statemachine/SM-01_Meeting.png</a:t>
            </a:r>
          </a:p>
          <a:p xmlns:a="http://schemas.openxmlformats.org/drawingml/2006/main">
            <a:r>
              <a:t>Editable diagram source: C:/Users/admin/Documents/GitHub/TrustCabinet/docs/10-statemachine/SM-01_Meeting.drawio</a:t>
            </a:r>
          </a:p>
          <a:p xmlns:a="http://schemas.openxmlformats.org/drawingml/2006/main"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embedded unchanged from: C:/Users/admin/Documents/GitHub/TrustCabinet/docs/10-statemachine/SM-02_Agenda.png</a:t>
            </a:r>
          </a:p>
          <a:p xmlns:a="http://schemas.openxmlformats.org/drawingml/2006/main">
            <a:r>
              <a:t>Editable diagram source: C:/Users/admin/Documents/GitHub/TrustCabinet/docs/10-statemachine/SM-02_Agenda.drawio</a:t>
            </a:r>
          </a:p>
          <a:p xmlns:a="http://schemas.openxmlformats.org/drawingml/2006/main"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embedded unchanged from: C:/Users/admin/Documents/GitHub/TrustCabinet/docs/10-statemachine/SM-13_Minutes.png</a:t>
            </a:r>
          </a:p>
          <a:p xmlns:a="http://schemas.openxmlformats.org/drawingml/2006/main">
            <a:r>
              <a:t>Editable diagram source: C:/Users/admin/Documents/GitHub/TrustCabinet/docs/10-statemachine/SM-13_Minutes.drawio</a:t>
            </a:r>
          </a:p>
          <a:p xmlns:a="http://schemas.openxmlformats.org/drawingml/2006/main"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embedded unchanged from: C:/Users/admin/Documents/GitHub/TrustCabinet/docs/assets/erd-muc-tieu/trustcabinet-erd-muc-tieu .drawio.png</a:t>
            </a:r>
          </a:p>
          <a:p xmlns:a="http://schemas.openxmlformats.org/drawingml/2006/main">
            <a:r>
              <a:t>Editable diagram source: C:/Users/admin/Documents/GitHub/TrustCabinet/docs/assets/erd-muc-tieu/trustcabinet-erd-muc-tieu .drawio</a:t>
            </a:r>
          </a:p>
          <a:p xmlns:a="http://schemas.openxmlformats.org/drawingml/2006/main"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C:/Users/admin/Documents/GitHub/TrustCabinet/docs/08-reports/Report-3_Software_Requirement_Specification.md — IV. Non-Functional Requirements. Performance conditions: recommended deployment hardware, up to 100 active users. Transcription duration excludes queue wait and upload transfer. Targets are requirements, not measured test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6a45b37e53fc450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97ae927f1649e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6064e36e4e8411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609fe04091274a3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e8ea834c16224d4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7e16ca5c4344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CD3E64-2D73-4347-B099-0227051D60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71600" y="2914650"/>
            <a:ext cx="109728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048820D-99CA-4A1A-8923-89161D66C0A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57400" y="4243388"/>
            <a:ext cx="960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8940CB7-A9DA-4F96-A45A-016284A30F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71600" y="3214688"/>
            <a:ext cx="109728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6A29D4-7B6F-4721-9E5F-1F4B2E7D17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019CEF-406C-4BE1-AB0A-3574EB605F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121729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FDD9EBA-8E03-48FB-8747-9104B829BF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0D763DF-A213-4AC0-B708-2E00BC42D2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27EFFF9-16CE-4255-94C7-13517ACD60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2866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23A280-B334-4654-AE46-73AA4FB930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0CB430-7206-4AB5-A707-5F611379EB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11e1f9d395ec411b" Type="http://schemas.openxmlformats.org/officeDocument/2006/relationships/slideLayout" Target="../slideLayouts/slideLayout1.xml"/><Relationship Id="R38bf0aa9ba67426b" Type="http://schemas.openxmlformats.org/officeDocument/2006/relationships/slideLayout" Target="../slideLayouts/slideLayout3.xml"/><Relationship Id="R71b90b5f679f4b9c" Type="http://schemas.openxmlformats.org/officeDocument/2006/relationships/slideLayout" Target="../slideLayouts/slideLayout6.xml"/><Relationship Id="R7322a3d93fdd4ab6" Type="http://schemas.openxmlformats.org/officeDocument/2006/relationships/theme" Target="theme/theme2.xml"/><Relationship Id="R7fc1b5750af64c1d" Type="http://schemas.openxmlformats.org/officeDocument/2006/relationships/slideLayout" Target="../slideLayouts/slideLayout2.xml"/><Relationship Id="Rbc5e4accbdfc495c" Type="http://schemas.openxmlformats.org/officeDocument/2006/relationships/slideLayout" Target="../slideLayouts/slideLayout4.xml"/><Relationship Id="Rc246199d60d640e1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e1f9d395ec411b"/>
    <p:sldLayoutId xmlns:r="http://schemas.openxmlformats.org/officeDocument/2006/relationships" id="2147483650" r:id="R7fc1b5750af64c1d"/>
    <p:sldLayoutId xmlns:r="http://schemas.openxmlformats.org/officeDocument/2006/relationships" id="2147483651" r:id="R38bf0aa9ba67426b"/>
    <p:sldLayoutId xmlns:r="http://schemas.openxmlformats.org/officeDocument/2006/relationships" id="2147483652" r:id="Rbc5e4accbdfc495c"/>
    <p:sldLayoutId xmlns:r="http://schemas.openxmlformats.org/officeDocument/2006/relationships" id="2147483653" r:id="Rc246199d60d640e1"/>
    <p:sldLayoutId xmlns:r="http://schemas.openxmlformats.org/officeDocument/2006/relationships" id="2147483654" r:id="R71b90b5f679f4b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a7e767c5036442d" Type="http://schemas.openxmlformats.org/officeDocument/2006/relationships/notesSlide" Target="../notesSlides/notesSlide1.xml"/><Relationship Id="Ra93201498f4b4c5b" Type="http://schemas.openxmlformats.org/officeDocument/2006/relationships/slideLayout" Target="../slideLayouts/slideLayout6.xml"/><Relationship Id="Rb742d7d7f8394811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4f68802ebde4147" Type="http://schemas.openxmlformats.org/officeDocument/2006/relationships/notesSlide" Target="../notesSlides/notesSlide2.xml"/><Relationship Id="R75f7c46dd4e34fcc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cd492ccad44d48bd" Type="http://schemas.openxmlformats.org/officeDocument/2006/relationships/notesSlide" Target="../notesSlides/notesSlide3.xml"/><Relationship Id="Rfc8a56703c0a4a5d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38f886536208412b" Type="http://schemas.openxmlformats.org/officeDocument/2006/relationships/notesSlide" Target="../notesSlides/notesSlide4.xml"/><Relationship Id="R45be8f9780a44bf8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065c8c06403d44b5" Type="http://schemas.openxmlformats.org/officeDocument/2006/relationships/notesSlide" Target="../notesSlides/notesSlide5.xml"/><Relationship Id="R7de9c96fee7a4dab" Type="http://schemas.openxmlformats.org/officeDocument/2006/relationships/slideLayout" Target="../slideLayouts/slideLayout6.xml"/><Relationship Id="Re15ecc3fa8114fec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2b6213d1b6af4d19" Type="http://schemas.openxmlformats.org/officeDocument/2006/relationships/notesSlide" Target="../notesSlides/notesSlide6.xml"/><Relationship Id="R8e8259192efa4ba4" Type="http://schemas.openxmlformats.org/officeDocument/2006/relationships/image" Target="../media/image3.png"/><Relationship Id="R914890e6c4d94d3b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2723d19702e14c64" Type="http://schemas.openxmlformats.org/officeDocument/2006/relationships/slideLayout" Target="../slideLayouts/slideLayout6.xml"/><Relationship Id="R6e0f0a083b33486b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c2da2ebe5494a32" Type="http://schemas.openxmlformats.org/officeDocument/2006/relationships/notesSlide" Target="../notesSlides/notesSlide8.xml"/><Relationship Id="R8f99ef8ae69443ab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122df865583d499b" Type="http://schemas.openxmlformats.org/officeDocument/2006/relationships/slideLayout" Target="../slideLayouts/slideLayout6.xml"/><Relationship Id="R6aa7e02d03dc453a" Type="http://schemas.openxmlformats.org/officeDocument/2006/relationships/notesSlide" Target="../notesSlides/notesSlide9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7352511192cd420b" Type="http://schemas.openxmlformats.org/officeDocument/2006/relationships/notesSlide" Target="../notesSlides/notesSlide10.xml"/><Relationship Id="Rd9c62b1be0f140e0" Type="http://schemas.openxmlformats.org/officeDocument/2006/relationships/slideLayout" Target="../slideLayouts/slideLayout6.xml"/><Relationship Id="Rf5bde0b7f5ff4d7a" Type="http://schemas.openxmlformats.org/officeDocument/2006/relationships/image" Target="../media/image4.png"/><Relationship Id="rId4" Type="http://schemas.openxmlformats.org/officeDocument/2006/relationships/image" Target="../media/image28.jpg"/></Relationships>
</file>

<file path=ppt/slides/_rels/slide11.xml.rels><?xml version='1.0' encoding='UTF-8' standalone='yes'?>
<Relationships xmlns="http://schemas.openxmlformats.org/package/2006/relationships"><Relationship Id="Radbc8343ec594e29" Type="http://schemas.openxmlformats.org/officeDocument/2006/relationships/notesSlide" Target="../notesSlides/notesSlide11.xml"/><Relationship Id="Rc7a13da0723941c7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514673be1f914818" Type="http://schemas.openxmlformats.org/officeDocument/2006/relationships/slideLayout" Target="../slideLayouts/slideLayout6.xml"/><Relationship Id="R6ea74b6a9ef5401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a14fef69b5e14309" Type="http://schemas.openxmlformats.org/officeDocument/2006/relationships/notesSlide" Target="../notesSlides/notesSlide13.xml"/><Relationship Id="Rb42d2c257d2b4355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66d30674c1e0409b" Type="http://schemas.openxmlformats.org/officeDocument/2006/relationships/notesSlide" Target="../notesSlides/notesSlide14.xml"/><Relationship Id="Rfd1c1da423124cdc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51b148f8af44411f" Type="http://schemas.openxmlformats.org/officeDocument/2006/relationships/slideLayout" Target="../slideLayouts/slideLayout6.xml"/><Relationship Id="R8019900400794740" Type="http://schemas.openxmlformats.org/officeDocument/2006/relationships/notesSlide" Target="../notesSlides/notesSlide15.xml"/><Relationship Id="Rd383193a667b4cce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978b8c63a0c34ecd" Type="http://schemas.openxmlformats.org/officeDocument/2006/relationships/image" Target="../media/image6.png"/><Relationship Id="R9e43552ebbb441c4" Type="http://schemas.openxmlformats.org/officeDocument/2006/relationships/notesSlide" Target="../notesSlides/notesSlide16.xml"/><Relationship Id="Rc031cd44e6fb465d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85bbc9fa240b4c31" Type="http://schemas.openxmlformats.org/officeDocument/2006/relationships/notesSlide" Target="../notesSlides/notesSlide17.xml"/><Relationship Id="Rf5a297db44d2400e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0bf2cf2f4e9c433c" Type="http://schemas.openxmlformats.org/officeDocument/2006/relationships/notesSlide" Target="../notesSlides/notesSlide18.xml"/><Relationship Id="Re3529bb918d24f2f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3c54f3d3b9e24201" Type="http://schemas.openxmlformats.org/officeDocument/2006/relationships/notesSlide" Target="../notesSlides/notesSlide19.xml"/><Relationship Id="Rc7656f876aac49dd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9a6249b26c394da2" Type="http://schemas.openxmlformats.org/officeDocument/2006/relationships/notesSlide" Target="../notesSlides/notesSlide20.xml"/><Relationship Id="Rd436044cbc6347bc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6de2fbf537fe4609" Type="http://schemas.openxmlformats.org/officeDocument/2006/relationships/slideLayout" Target="../slideLayouts/slideLayout6.xml"/><Relationship Id="R97b081987e1745c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1638a68c8826443f" Type="http://schemas.openxmlformats.org/officeDocument/2006/relationships/notesSlide" Target="../notesSlides/notesSlide22.xml"/><Relationship Id="R2206577068844ecb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494e1cdf424f4518" Type="http://schemas.openxmlformats.org/officeDocument/2006/relationships/slideLayout" Target="../slideLayouts/slideLayout6.xml"/><Relationship Id="R74592325855d467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0f0a20b418ba4bc1" Type="http://schemas.openxmlformats.org/officeDocument/2006/relationships/notesSlide" Target="../notesSlides/notesSlide24.xml"/><Relationship Id="R51327f941960429e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330456b585024cd0" Type="http://schemas.openxmlformats.org/officeDocument/2006/relationships/slideLayout" Target="../slideLayouts/slideLayout6.xml"/><Relationship Id="R9d60ba6b2f0b4305" Type="http://schemas.openxmlformats.org/officeDocument/2006/relationships/notesSlide" Target="../notesSlides/notesSlide25.xml"/><Relationship Id="Rcac97dcf85094f96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3966b263f8034a28" Type="http://schemas.openxmlformats.org/officeDocument/2006/relationships/slideLayout" Target="../slideLayouts/slideLayout6.xml"/><Relationship Id="Rad9b48b5d36d475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4fb01be722cf4984" Type="http://schemas.openxmlformats.org/officeDocument/2006/relationships/image" Target="../media/image8.png"/><Relationship Id="R62214d5dace247e0" Type="http://schemas.openxmlformats.org/officeDocument/2006/relationships/slideLayout" Target="../slideLayouts/slideLayout6.xml"/><Relationship Id="Raa79130554a341b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201751c133c1459a" Type="http://schemas.openxmlformats.org/officeDocument/2006/relationships/slideLayout" Target="../slideLayouts/slideLayout6.xml"/><Relationship Id="R781b5cd1ad9e4c9e" Type="http://schemas.openxmlformats.org/officeDocument/2006/relationships/image" Target="../media/image9.png"/><Relationship Id="Rf9b5fb534cb3414f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527a1033faa24715" Type="http://schemas.openxmlformats.org/officeDocument/2006/relationships/notesSlide" Target="../notesSlides/notesSlide29.xml"/><Relationship Id="R53768541bfed4039" Type="http://schemas.openxmlformats.org/officeDocument/2006/relationships/image" Target="../media/image10.png"/><Relationship Id="Rb5b141935b274d0a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5651992d3b524443" Type="http://schemas.openxmlformats.org/officeDocument/2006/relationships/slideLayout" Target="../slideLayouts/slideLayout6.xml"/><Relationship Id="Rc57cb714fb5a49e1" Type="http://schemas.openxmlformats.org/officeDocument/2006/relationships/notesSlide" Target="../notesSlides/notesSlide30.xml"/><Relationship Id="Rd9feecfafec44377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cb59745e2d84eed" Type="http://schemas.openxmlformats.org/officeDocument/2006/relationships/image" Target="../media/image12.png"/><Relationship Id="R277a7434ade94ff4" Type="http://schemas.openxmlformats.org/officeDocument/2006/relationships/notesSlide" Target="../notesSlides/notesSlide31.xml"/><Relationship Id="R695d5542de864360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b1d84a182c70431c" Type="http://schemas.openxmlformats.org/officeDocument/2006/relationships/image" Target="../media/image13.png"/><Relationship Id="Rb329f6dab9c34318" Type="http://schemas.openxmlformats.org/officeDocument/2006/relationships/slideLayout" Target="../slideLayouts/slideLayout6.xml"/><Relationship Id="Rc2cd9103b9304fcf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76ea859a5e114c5e" Type="http://schemas.openxmlformats.org/officeDocument/2006/relationships/notesSlide" Target="../notesSlides/notesSlide33.xml"/><Relationship Id="Rcc6670a2325d4602" Type="http://schemas.openxmlformats.org/officeDocument/2006/relationships/slideLayout" Target="../slideLayouts/slideLayout6.xml"/><Relationship Id="Rce9bd528e2354cb0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19107c48ca934590" Type="http://schemas.openxmlformats.org/officeDocument/2006/relationships/image" Target="../media/image15.png"/><Relationship Id="R963db6b279c54738" Type="http://schemas.openxmlformats.org/officeDocument/2006/relationships/slideLayout" Target="../slideLayouts/slideLayout6.xml"/><Relationship Id="Rc2f08db425f44e7a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b26f1cc54eff42c9" Type="http://schemas.openxmlformats.org/officeDocument/2006/relationships/image" Target="../media/image16.png"/><Relationship Id="Rb7cee8a18a834208" Type="http://schemas.openxmlformats.org/officeDocument/2006/relationships/slideLayout" Target="../slideLayouts/slideLayout6.xml"/><Relationship Id="Re844a4f071a04ce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168ef7c1fe274d38" Type="http://schemas.openxmlformats.org/officeDocument/2006/relationships/slideLayout" Target="../slideLayouts/slideLayout6.xml"/><Relationship Id="R4b3668bde9604bc8" Type="http://schemas.openxmlformats.org/officeDocument/2006/relationships/image" Target="../media/image17.png"/><Relationship Id="R79a1995101ff4f50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a8a13b06d76f4e30" Type="http://schemas.openxmlformats.org/officeDocument/2006/relationships/notesSlide" Target="../notesSlides/notesSlide37.xml"/><Relationship Id="Rce0759957fdf4b7c" Type="http://schemas.openxmlformats.org/officeDocument/2006/relationships/slideLayout" Target="../slideLayouts/slideLayout6.xml"/><Relationship Id="Rd4fc86ed67df4c53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379d869aff9242a8" Type="http://schemas.openxmlformats.org/officeDocument/2006/relationships/image" Target="../media/image19.png"/><Relationship Id="R5fb18787e951473e" Type="http://schemas.openxmlformats.org/officeDocument/2006/relationships/notesSlide" Target="../notesSlides/notesSlide38.xml"/><Relationship Id="R6365303f5f2a410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2404cf209e7e4176" Type="http://schemas.openxmlformats.org/officeDocument/2006/relationships/slideLayout" Target="../slideLayouts/slideLayout6.xml"/><Relationship Id="R24a62bca929945a0" Type="http://schemas.openxmlformats.org/officeDocument/2006/relationships/notesSlide" Target="../notesSlides/notesSlide39.xml"/><Relationship Id="R76c42f0be2104b3a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31a19b2c74014032" Type="http://schemas.openxmlformats.org/officeDocument/2006/relationships/notesSlide" Target="../notesSlides/notesSlide40.xml"/><Relationship Id="R9511460b41904db3" Type="http://schemas.openxmlformats.org/officeDocument/2006/relationships/image" Target="../media/image21.png"/><Relationship Id="Ra5caac5f1a514ad7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15802bcc48694a59" Type="http://schemas.openxmlformats.org/officeDocument/2006/relationships/image" Target="../media/image22.png"/><Relationship Id="R3e99477d60b34a97" Type="http://schemas.openxmlformats.org/officeDocument/2006/relationships/notesSlide" Target="../notesSlides/notesSlide41.xml"/><Relationship Id="R4a7386d82c4a4d28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06824b262bad4aec" Type="http://schemas.openxmlformats.org/officeDocument/2006/relationships/image" Target="../media/image23.png"/><Relationship Id="R5fcfc1755ed94aa7" Type="http://schemas.openxmlformats.org/officeDocument/2006/relationships/slideLayout" Target="../slideLayouts/slideLayout6.xml"/><Relationship Id="Ra0dd262ba6614e9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7a6ef2efa5a746b0" Type="http://schemas.openxmlformats.org/officeDocument/2006/relationships/slideLayout" Target="../slideLayouts/slideLayout6.xml"/><Relationship Id="Rce74b8f8cb214310" Type="http://schemas.openxmlformats.org/officeDocument/2006/relationships/notesSlide" Target="../notesSlides/notesSlide43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native-1">
            <a:extLst xmlns:a="http://schemas.openxmlformats.org/drawingml/2006/main">
              <a:ext uri="{FF2B5EF4-FFF2-40B4-BE49-F238E27FC236}">
                <a16:creationId xmlns:a16="http://schemas.microsoft.com/office/drawing/2014/main" id="{1DE865D2-7BEE-496C-8776-CFFBC84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9525000" y="285750"/>
            <a:ext cx="3524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native-2">
            <a:extLst xmlns:a="http://schemas.openxmlformats.org/drawingml/2006/main">
              <a:ext uri="{FF2B5EF4-FFF2-40B4-BE49-F238E27FC236}">
                <a16:creationId xmlns:a16="http://schemas.microsoft.com/office/drawing/2014/main" id="{5396579A-8CDC-4405-9085-30597C2C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6858000" y="-1285875"/>
            <a:ext cx="2238375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native-3">
            <a:extLst xmlns:a="http://schemas.openxmlformats.org/drawingml/2006/main">
              <a:ext uri="{FF2B5EF4-FFF2-40B4-BE49-F238E27FC236}">
                <a16:creationId xmlns:a16="http://schemas.microsoft.com/office/drawing/2014/main" id="{989F3D3A-C50C-4F29-BD9E-B0811F31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9525000" y="6524625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native-4">
            <a:extLst xmlns:a="http://schemas.openxmlformats.org/drawingml/2006/main">
              <a:ext uri="{FF2B5EF4-FFF2-40B4-BE49-F238E27FC236}">
                <a16:creationId xmlns:a16="http://schemas.microsoft.com/office/drawing/2014/main" id="{B2F2B3DF-01D7-450C-BC3B-CAA709FB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7429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TrustCabinet</a:t>
            </a:r>
          </a:p>
        </p:txBody>
      </p:sp>
      <p:sp>
        <p:nvSpPr>
          <p:cNvPr id="5" name="native-5">
            <a:extLst xmlns:a="http://schemas.openxmlformats.org/drawingml/2006/main">
              <a:ext uri="{FF2B5EF4-FFF2-40B4-BE49-F238E27FC236}">
                <a16:creationId xmlns:a16="http://schemas.microsoft.com/office/drawing/2014/main" id="{A98057DD-8A57-46E7-9DCD-BB5A7FA5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1811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SEP490-G116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870622-4B28-4664-85D0-21E550F2B6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2d7d7f8394811"/>
          <a:stretch xmlns:a="http://schemas.openxmlformats.org/drawingml/2006/main"/>
        </p:blipFill>
        <p:spPr>
          <a:xfrm xmlns:a="http://schemas.openxmlformats.org/drawingml/2006/main">
            <a:off x="5667375" y="696664"/>
            <a:ext cx="3000375" cy="1168896"/>
          </a:xfrm>
          <a:prstGeom xmlns:a="http://schemas.openxmlformats.org/drawingml/2006/main" prst="rect">
            <a:avLst/>
          </a:prstGeom>
        </p:spPr>
      </p:pic>
      <p:sp>
        <p:nvSpPr>
          <p:cNvPr id="7" name="native-6">
            <a:extLst xmlns:a="http://schemas.openxmlformats.org/drawingml/2006/main">
              <a:ext uri="{FF2B5EF4-FFF2-40B4-BE49-F238E27FC236}">
                <a16:creationId xmlns:a16="http://schemas.microsoft.com/office/drawing/2014/main" id="{8C743E5C-8626-4DE8-85A9-4C68675C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0375"/>
            <a:ext cx="1066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100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100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8100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TrustCabinet</a:t>
            </a:r>
          </a:p>
        </p:txBody>
      </p:sp>
      <p:sp>
        <p:nvSpPr>
          <p:cNvPr id="8" name="native-7">
            <a:extLst xmlns:a="http://schemas.openxmlformats.org/drawingml/2006/main">
              <a:ext uri="{FF2B5EF4-FFF2-40B4-BE49-F238E27FC236}">
                <a16:creationId xmlns:a16="http://schemas.microsoft.com/office/drawing/2014/main" id="{74792DB7-57ED-4B27-80D5-96C60CDD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071562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native-8">
            <a:extLst xmlns:a="http://schemas.openxmlformats.org/drawingml/2006/main">
              <a:ext uri="{FF2B5EF4-FFF2-40B4-BE49-F238E27FC236}">
                <a16:creationId xmlns:a16="http://schemas.microsoft.com/office/drawing/2014/main" id="{FF5A497D-C7E5-49DD-9C01-61D4EFD8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953000"/>
            <a:ext cx="1014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INTERNAL MEETING &amp; DOCUMENT MANAGEMENT SYSTEM</a:t>
            </a:r>
          </a:p>
        </p:txBody>
      </p:sp>
      <p:sp>
        <p:nvSpPr>
          <p:cNvPr id="10" name="native-9">
            <a:extLst xmlns:a="http://schemas.openxmlformats.org/drawingml/2006/main">
              <a:ext uri="{FF2B5EF4-FFF2-40B4-BE49-F238E27FC236}">
                <a16:creationId xmlns:a16="http://schemas.microsoft.com/office/drawing/2014/main" id="{06FD7912-FD9E-48E6-8E07-4FE6421E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24475"/>
            <a:ext cx="1014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TRUSTSOFT COMPANY</a:t>
            </a:r>
          </a:p>
        </p:txBody>
      </p:sp>
      <p:sp>
        <p:nvSpPr>
          <p:cNvPr id="12" name="native-11">
            <a:extLst xmlns:a="http://schemas.openxmlformats.org/drawingml/2006/main">
              <a:ext uri="{FF2B5EF4-FFF2-40B4-BE49-F238E27FC236}">
                <a16:creationId xmlns:a16="http://schemas.microsoft.com/office/drawing/2014/main" id="{07F817E7-3D7B-4E13-80AA-CF4CEF60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657975"/>
            <a:ext cx="638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Hanoi, 2026</a:t>
            </a:r>
          </a:p>
        </p:txBody>
      </p:sp>
    </p:spTree>
    <p:extLst>
      <p:ext uri="{BB962C8B-B14F-4D97-AF65-F5344CB8AC3E}">
        <p14:creationId xmlns:p14="http://schemas.microsoft.com/office/powerpoint/2010/main" val="138732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native-12">
            <a:extLst xmlns:a="http://schemas.openxmlformats.org/drawingml/2006/main">
              <a:ext uri="{FF2B5EF4-FFF2-40B4-BE49-F238E27FC236}">
                <a16:creationId xmlns:a16="http://schemas.microsoft.com/office/drawing/2014/main" id="{66CB8E58-45CC-4BBC-822B-82B8950C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native-13">
            <a:extLst xmlns:a="http://schemas.openxmlformats.org/drawingml/2006/main">
              <a:ext uri="{FF2B5EF4-FFF2-40B4-BE49-F238E27FC236}">
                <a16:creationId xmlns:a16="http://schemas.microsoft.com/office/drawing/2014/main" id="{B1B03546-6693-40DD-ADA6-792FFB76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native-14">
            <a:extLst xmlns:a="http://schemas.openxmlformats.org/drawingml/2006/main">
              <a:ext uri="{FF2B5EF4-FFF2-40B4-BE49-F238E27FC236}">
                <a16:creationId xmlns:a16="http://schemas.microsoft.com/office/drawing/2014/main" id="{6DAB8749-D5AB-4FE4-93A2-8FC6B7EF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native-15">
            <a:extLst xmlns:a="http://schemas.openxmlformats.org/drawingml/2006/main">
              <a:ext uri="{FF2B5EF4-FFF2-40B4-BE49-F238E27FC236}">
                <a16:creationId xmlns:a16="http://schemas.microsoft.com/office/drawing/2014/main" id="{72CC39B7-FE9D-49E4-9BE5-07A1F473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</a:t>
            </a:r>
          </a:p>
        </p:txBody>
      </p:sp>
      <p:sp>
        <p:nvSpPr>
          <p:cNvPr id="5" name="native-16">
            <a:extLst xmlns:a="http://schemas.openxmlformats.org/drawingml/2006/main">
              <a:ext uri="{FF2B5EF4-FFF2-40B4-BE49-F238E27FC236}">
                <a16:creationId xmlns:a16="http://schemas.microsoft.com/office/drawing/2014/main" id="{688A54E8-77F4-4C18-BDA4-91C558F9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OUR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6" name="native-17">
            <a:extLst xmlns:a="http://schemas.openxmlformats.org/drawingml/2006/main">
              <a:ext uri="{FF2B5EF4-FFF2-40B4-BE49-F238E27FC236}">
                <a16:creationId xmlns:a16="http://schemas.microsoft.com/office/drawing/2014/main" id="{F1860C16-BDDE-4830-A434-EC633D28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47775"/>
            <a:ext cx="928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  <p:txBody xmlns:a="http://schemas.openxmlformats.org/drawingml/2006/main">
          <a:bodyPr/>
          <a:p/>
        </p:txBody>
      </p:sp>
      <p:sp xmlns:a="http://schemas.openxmlformats.org/drawingml/2006/main">
        <p:nvSpPr>
          <p:cNvPr id="29" name="Rounded Rectangle 28"/>
          <p:cNvSpPr/>
          <p:nvPr/>
        </p:nvSpPr>
        <p:spPr>
          <a:xfrm>
            <a:off x="4709160" y="1627632"/>
            <a:ext cx="4297680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Rectangle 29"/>
          <p:cNvSpPr/>
          <p:nvPr/>
        </p:nvSpPr>
        <p:spPr>
          <a:xfrm>
            <a:off x="4855464" y="1792224"/>
            <a:ext cx="914400" cy="914400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5916168" y="1911095"/>
            <a:ext cx="2980944" cy="3108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700" b="1">
                <a:solidFill>
                  <a:srgbClr val="1D3B78"/>
                </a:solidFill>
                <a:latin typeface="Arial"/>
              </a:rPr>
              <a:t>Nguyen Quang Hung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5916168" y="2267712"/>
            <a:ext cx="2980944" cy="34747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Supervisor</a:t>
            </a:r>
          </a:p>
        </p:txBody>
      </p:sp>
      <p:sp xmlns:a="http://schemas.openxmlformats.org/drawingml/2006/main">
        <p:nvSpPr>
          <p:cNvPr id="33" name="Rounded Rectangle 32"/>
          <p:cNvSpPr/>
          <p:nvPr/>
        </p:nvSpPr>
        <p:spPr>
          <a:xfrm>
            <a:off x="713232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4" name="Rectangle 33"/>
          <p:cNvSpPr/>
          <p:nvPr/>
        </p:nvSpPr>
        <p:spPr>
          <a:xfrm>
            <a:off x="859536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1847088" y="3465576"/>
            <a:ext cx="2596896" cy="3108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Dinh Van Toi</a:t>
            </a:r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1847088" y="3822191"/>
            <a:ext cx="2596896" cy="34747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Product Owner · TrustSoft</a:t>
            </a:r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4937760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Rectangle 37"/>
          <p:cNvSpPr/>
          <p:nvPr/>
        </p:nvSpPr>
        <p:spPr>
          <a:xfrm>
            <a:off x="5084064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6071616" y="3465576"/>
            <a:ext cx="2596896" cy="3108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Tran Viet Hai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6071616" y="3822191"/>
            <a:ext cx="2596896" cy="34747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Team Leader · Frontend Lead</a:t>
            </a:r>
          </a:p>
        </p:txBody>
      </p:sp>
      <p:sp xmlns:a="http://schemas.openxmlformats.org/drawingml/2006/main">
        <p:nvSpPr>
          <p:cNvPr id="41" name="Rounded Rectangle 40"/>
          <p:cNvSpPr/>
          <p:nvPr/>
        </p:nvSpPr>
        <p:spPr>
          <a:xfrm>
            <a:off x="9162288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2" name="Rectangle 41"/>
          <p:cNvSpPr/>
          <p:nvPr/>
        </p:nvSpPr>
        <p:spPr>
          <a:xfrm>
            <a:off x="9308592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 xmlns:a="http://schemas.openxmlformats.org/drawingml/2006/main">
        <p:nvSpPr>
          <p:cNvPr id="43" name="TextBox 42"/>
          <p:cNvSpPr txBox="1"/>
          <p:nvPr/>
        </p:nvSpPr>
        <p:spPr>
          <a:xfrm>
            <a:off x="10296144" y="3465576"/>
            <a:ext cx="2596895" cy="3108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Pham Gia Khanh</a:t>
            </a:r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10296144" y="3822191"/>
            <a:ext cx="2596895" cy="34747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Business Analyst · UI/UX</a:t>
            </a:r>
          </a:p>
        </p:txBody>
      </p:sp>
      <p:sp xmlns:a="http://schemas.openxmlformats.org/drawingml/2006/main">
        <p:nvSpPr>
          <p:cNvPr id="45" name="Rounded Rectangle 44"/>
          <p:cNvSpPr/>
          <p:nvPr/>
        </p:nvSpPr>
        <p:spPr>
          <a:xfrm>
            <a:off x="713232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6" name="Rectangle 45"/>
          <p:cNvSpPr/>
          <p:nvPr/>
        </p:nvSpPr>
        <p:spPr>
          <a:xfrm>
            <a:off x="859536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1847088" y="5056631"/>
            <a:ext cx="2596896" cy="3108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Hoang Duc Loc</a:t>
            </a:r>
          </a:p>
        </p:txBody>
      </p:sp>
      <p:sp xmlns:a="http://schemas.openxmlformats.org/drawingml/2006/main">
        <p:nvSpPr>
          <p:cNvPr id="48" name="TextBox 47"/>
          <p:cNvSpPr txBox="1"/>
          <p:nvPr/>
        </p:nvSpPr>
        <p:spPr>
          <a:xfrm>
            <a:off x="1847088" y="5413248"/>
            <a:ext cx="2596896" cy="34747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Backend Lead · Architecture</a:t>
            </a:r>
          </a:p>
        </p:txBody>
      </p:sp>
      <p:sp xmlns:a="http://schemas.openxmlformats.org/drawingml/2006/main">
        <p:nvSpPr>
          <p:cNvPr id="49" name="Rounded Rectangle 48"/>
          <p:cNvSpPr/>
          <p:nvPr/>
        </p:nvSpPr>
        <p:spPr>
          <a:xfrm>
            <a:off x="4937760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0" name="Rectangle 49"/>
          <p:cNvSpPr/>
          <p:nvPr/>
        </p:nvSpPr>
        <p:spPr>
          <a:xfrm>
            <a:off x="5084064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6071616" y="5056631"/>
            <a:ext cx="2596896" cy="3108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Nguyen Truong Huy</a:t>
            </a:r>
          </a:p>
        </p:txBody>
      </p:sp>
      <p:sp xmlns:a="http://schemas.openxmlformats.org/drawingml/2006/main">
        <p:nvSpPr>
          <p:cNvPr id="52" name="TextBox 51"/>
          <p:cNvSpPr txBox="1"/>
          <p:nvPr/>
        </p:nvSpPr>
        <p:spPr>
          <a:xfrm>
            <a:off x="6071616" y="5413248"/>
            <a:ext cx="2596896" cy="34747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Test Lead · Quality Assurance</a:t>
            </a:r>
          </a:p>
        </p:txBody>
      </p:sp>
      <p:sp xmlns:a="http://schemas.openxmlformats.org/drawingml/2006/main">
        <p:nvSpPr>
          <p:cNvPr id="53" name="Rounded Rectangle 52"/>
          <p:cNvSpPr/>
          <p:nvPr/>
        </p:nvSpPr>
        <p:spPr>
          <a:xfrm>
            <a:off x="9162288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4" name="Rectangle 53"/>
          <p:cNvSpPr/>
          <p:nvPr/>
        </p:nvSpPr>
        <p:spPr>
          <a:xfrm>
            <a:off x="9308592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 xmlns:a="http://schemas.openxmlformats.org/drawingml/2006/main">
        <p:nvSpPr>
          <p:cNvPr id="55" name="TextBox 54"/>
          <p:cNvSpPr txBox="1"/>
          <p:nvPr/>
        </p:nvSpPr>
        <p:spPr>
          <a:xfrm>
            <a:off x="10296144" y="5056631"/>
            <a:ext cx="2596895" cy="3108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Nguyen Quang Huy</a:t>
            </a:r>
          </a:p>
        </p:txBody>
      </p:sp>
      <p:sp xmlns:a="http://schemas.openxmlformats.org/drawingml/2006/main">
        <p:nvSpPr>
          <p:cNvPr id="56" name="TextBox 55"/>
          <p:cNvSpPr txBox="1"/>
          <p:nvPr/>
        </p:nvSpPr>
        <p:spPr>
          <a:xfrm>
            <a:off x="10296144" y="5413248"/>
            <a:ext cx="2596895" cy="34747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Backend · Frontend</a:t>
            </a:r>
          </a:p>
        </p:txBody>
      </p:sp>
    </p:spTree>
    <p:extLst>
      <p:ext uri="{BB962C8B-B14F-4D97-AF65-F5344CB8AC3E}">
        <p14:creationId xmlns:p14="http://schemas.microsoft.com/office/powerpoint/2010/main" val="19948491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native-39">
            <a:extLst xmlns:a="http://schemas.openxmlformats.org/drawingml/2006/main">
              <a:ext uri="{FF2B5EF4-FFF2-40B4-BE49-F238E27FC236}">
                <a16:creationId xmlns:a16="http://schemas.microsoft.com/office/drawing/2014/main" id="{7000E6A8-9D44-4673-B73C-E481C13B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0">
            <a:extLst xmlns:a="http://schemas.openxmlformats.org/drawingml/2006/main">
              <a:ext uri="{FF2B5EF4-FFF2-40B4-BE49-F238E27FC236}">
                <a16:creationId xmlns:a16="http://schemas.microsoft.com/office/drawing/2014/main" id="{8A2D7052-9D63-4FAC-AF00-59AFB4BF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1">
            <a:extLst xmlns:a="http://schemas.openxmlformats.org/drawingml/2006/main">
              <a:ext uri="{FF2B5EF4-FFF2-40B4-BE49-F238E27FC236}">
                <a16:creationId xmlns:a16="http://schemas.microsoft.com/office/drawing/2014/main" id="{348FF4BB-1F82-48E3-A7CF-2B4656CB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2">
            <a:extLst xmlns:a="http://schemas.openxmlformats.org/drawingml/2006/main">
              <a:ext uri="{FF2B5EF4-FFF2-40B4-BE49-F238E27FC236}">
                <a16:creationId xmlns:a16="http://schemas.microsoft.com/office/drawing/2014/main" id="{08CEEF4D-B636-4A73-ADDF-94601EA9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</a:t>
            </a:r>
          </a:p>
        </p:txBody>
      </p:sp>
      <p:sp>
        <p:nvSpPr>
          <p:cNvPr id="5" name="native-43">
            <a:extLst xmlns:a="http://schemas.openxmlformats.org/drawingml/2006/main">
              <a:ext uri="{FF2B5EF4-FFF2-40B4-BE49-F238E27FC236}">
                <a16:creationId xmlns:a16="http://schemas.microsoft.com/office/drawing/2014/main" id="{F677B0E5-EC36-4859-B59D-52224B93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ORGANIZATION</a:t>
            </a:r>
          </a:p>
        </p:txBody>
      </p:sp>
      <p:sp>
        <p:nvSpPr>
          <p:cNvPr id="6" name="native-44">
            <a:extLst xmlns:a="http://schemas.openxmlformats.org/drawingml/2006/main">
              <a:ext uri="{FF2B5EF4-FFF2-40B4-BE49-F238E27FC236}">
                <a16:creationId xmlns:a16="http://schemas.microsoft.com/office/drawing/2014/main" id="{E3C27E0C-65A0-417F-99F3-4B46BAC8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47775"/>
            <a:ext cx="928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5">
            <a:extLst xmlns:a="http://schemas.openxmlformats.org/drawingml/2006/main">
              <a:ext uri="{FF2B5EF4-FFF2-40B4-BE49-F238E27FC236}">
                <a16:creationId xmlns:a16="http://schemas.microsoft.com/office/drawing/2014/main" id="{45255FD7-FC4E-45E6-A8CB-4F16B214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71625"/>
            <a:ext cx="4953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SUPERVISOR / PRODUCT OWNER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Nguyen Quang Hung / Dinh Van Toi</a:t>
            </a:r>
          </a:p>
        </p:txBody>
      </p:sp>
      <p:sp>
        <p:nvSpPr>
          <p:cNvPr id="8" name="native-46">
            <a:extLst xmlns:a="http://schemas.openxmlformats.org/drawingml/2006/main">
              <a:ext uri="{FF2B5EF4-FFF2-40B4-BE49-F238E27FC236}">
                <a16:creationId xmlns:a16="http://schemas.microsoft.com/office/drawing/2014/main" id="{D06E1D60-02CB-4D3A-AC12-A3053962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990850"/>
            <a:ext cx="2952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TEAM LEADER</a:t>
            </a:r>
          </a:p>
          <a:p xmlns:a="http://schemas.openxmlformats.org/drawingml/2006/main">
            <a: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Tran Viet Hai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858000" y="257175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none" w="sm" len="sm"/>
          </a:ln>
        </p:spPr>
      </p:cxnSp>
      <p:sp>
        <p:nvSpPr>
          <p:cNvPr id="10" name="native-47">
            <a:extLst xmlns:a="http://schemas.openxmlformats.org/drawingml/2006/main">
              <a:ext uri="{FF2B5EF4-FFF2-40B4-BE49-F238E27FC236}">
                <a16:creationId xmlns:a16="http://schemas.microsoft.com/office/drawing/2014/main" id="{18C40F1A-F94D-433A-AB49-794DD12E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95825"/>
            <a:ext cx="2762250" cy="1019175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ANALYSIS / UI UX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Pham Gia Khanh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5426F-1CE0-4B2C-A9F2-965FEFAA8B02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2000250" y="3848100"/>
            <a:ext cx="4857750" cy="8477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4D94"/>
            </a:solidFill>
            <a:prstDash val="solid"/>
            <a:tailEnd type="none" w="sm" len="sm"/>
          </a:ln>
        </p:spPr>
      </p:cxnSp>
      <p:sp>
        <p:nvSpPr>
          <p:cNvPr id="12" name="native-48">
            <a:extLst xmlns:a="http://schemas.openxmlformats.org/drawingml/2006/main">
              <a:ext uri="{FF2B5EF4-FFF2-40B4-BE49-F238E27FC236}">
                <a16:creationId xmlns:a16="http://schemas.microsoft.com/office/drawing/2014/main" id="{4F0D605A-1510-4CC5-995A-72430951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95825"/>
            <a:ext cx="2762250" cy="1019175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BACKEND / ARCHITECTURE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Hoang Duc Loc</a:t>
            </a:r>
          </a:p>
        </p:txBody>
      </p: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39399-11F7-4683-BE90-6ADBE4478425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5238750" y="3848100"/>
            <a:ext cx="1619250" cy="8477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4D94"/>
            </a:solidFill>
            <a:prstDash val="solid"/>
            <a:tailEnd type="none" w="sm" len="sm"/>
          </a:ln>
        </p:spPr>
      </p:cxnSp>
      <p:sp>
        <p:nvSpPr>
          <p:cNvPr id="14" name="native-49">
            <a:extLst xmlns:a="http://schemas.openxmlformats.org/drawingml/2006/main">
              <a:ext uri="{FF2B5EF4-FFF2-40B4-BE49-F238E27FC236}">
                <a16:creationId xmlns:a16="http://schemas.microsoft.com/office/drawing/2014/main" id="{60246301-432D-491D-B565-1AD5CB2F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695825"/>
            <a:ext cx="2762250" cy="1019175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FRONTEND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Tran Viet Hai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36CBA8-6D09-4238-9102-6BC94CCBBA4F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6858000" y="3848100"/>
            <a:ext cx="1619250" cy="8477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4D94"/>
            </a:solidFill>
            <a:prstDash val="solid"/>
            <a:tailEnd type="none" w="sm" len="sm"/>
          </a:ln>
        </p:spPr>
      </p:cxnSp>
      <p:sp>
        <p:nvSpPr>
          <p:cNvPr id="16" name="native-50">
            <a:extLst xmlns:a="http://schemas.openxmlformats.org/drawingml/2006/main">
              <a:ext uri="{FF2B5EF4-FFF2-40B4-BE49-F238E27FC236}">
                <a16:creationId xmlns:a16="http://schemas.microsoft.com/office/drawing/2014/main" id="{DC8A0AE7-5850-45C4-A0E9-8416AF45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695825"/>
            <a:ext cx="2762250" cy="1019175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 / QUALITY ASSURANCE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Nguyen Truong Huy</a:t>
            </a:r>
          </a:p>
        </p:txBody>
      </p: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02CE51-7B39-4488-BE4B-BD5547DFB595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6858000" y="3848100"/>
            <a:ext cx="4857750" cy="8477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4D94"/>
            </a:solidFill>
            <a:prstDash val="solid"/>
            <a:tailEnd type="none" w="sm" len="sm"/>
          </a:ln>
        </p:spPr>
      </p:cxnSp>
      <p:sp>
        <p:nvSpPr>
          <p:cNvPr id="18" name="native-51">
            <a:extLst xmlns:a="http://schemas.openxmlformats.org/drawingml/2006/main">
              <a:ext uri="{FF2B5EF4-FFF2-40B4-BE49-F238E27FC236}">
                <a16:creationId xmlns:a16="http://schemas.microsoft.com/office/drawing/2014/main" id="{57975CA1-B4BB-46A9-94CB-231B4BC1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6238875"/>
            <a:ext cx="4143375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BACKEND / FRONTEND MEMBER</a:t>
            </a:r>
          </a:p>
          <a:p xmlns:a="http://schemas.openxmlformats.org/drawingml/2006/main">
            <a:pPr algn="ctr">
              <a:defRPr sz="15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Nguyen Quang Huy</a:t>
            </a:r>
          </a:p>
        </p:txBody>
      </p:sp>
      <p:sp>
        <p:nvSpPr>
          <p:cNvPr id="19" name="native-52">
            <a:extLst xmlns:a="http://schemas.openxmlformats.org/drawingml/2006/main">
              <a:ext uri="{FF2B5EF4-FFF2-40B4-BE49-F238E27FC236}">
                <a16:creationId xmlns:a16="http://schemas.microsoft.com/office/drawing/2014/main" id="{8581929E-80A9-4BFA-9FF6-15678B8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3952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Five-member delivery team</a:t>
            </a:r>
          </a:p>
        </p:txBody>
      </p:sp>
    </p:spTree>
    <p:extLst>
      <p:ext uri="{BB962C8B-B14F-4D97-AF65-F5344CB8AC3E}">
        <p14:creationId xmlns:p14="http://schemas.microsoft.com/office/powerpoint/2010/main" val="8408854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native-53">
            <a:extLst xmlns:a="http://schemas.openxmlformats.org/drawingml/2006/main">
              <a:ext uri="{FF2B5EF4-FFF2-40B4-BE49-F238E27FC236}">
                <a16:creationId xmlns:a16="http://schemas.microsoft.com/office/drawing/2014/main" id="{F280DCFB-F55D-4281-BA93-8595AF90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54">
            <a:extLst xmlns:a="http://schemas.openxmlformats.org/drawingml/2006/main">
              <a:ext uri="{FF2B5EF4-FFF2-40B4-BE49-F238E27FC236}">
                <a16:creationId xmlns:a16="http://schemas.microsoft.com/office/drawing/2014/main" id="{88E751E7-7CB1-40C0-B120-98517ADC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55">
            <a:extLst xmlns:a="http://schemas.openxmlformats.org/drawingml/2006/main">
              <a:ext uri="{FF2B5EF4-FFF2-40B4-BE49-F238E27FC236}">
                <a16:creationId xmlns:a16="http://schemas.microsoft.com/office/drawing/2014/main" id="{64C9BF60-72DD-42F3-8635-31897747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56">
            <a:extLst xmlns:a="http://schemas.openxmlformats.org/drawingml/2006/main">
              <a:ext uri="{FF2B5EF4-FFF2-40B4-BE49-F238E27FC236}">
                <a16:creationId xmlns:a16="http://schemas.microsoft.com/office/drawing/2014/main" id="{BEFD4743-1C60-4DCA-840D-B68B46AB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</a:t>
            </a:r>
          </a:p>
        </p:txBody>
      </p:sp>
      <p:sp>
        <p:nvSpPr>
          <p:cNvPr id="5" name="native-57">
            <a:extLst xmlns:a="http://schemas.openxmlformats.org/drawingml/2006/main">
              <a:ext uri="{FF2B5EF4-FFF2-40B4-BE49-F238E27FC236}">
                <a16:creationId xmlns:a16="http://schemas.microsoft.com/office/drawing/2014/main" id="{2A0D16EB-4E4A-462A-A6DF-4A96B85B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Table Of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Content</a:t>
            </a:r>
          </a:p>
        </p:txBody>
      </p:sp>
      <p:sp>
        <p:nvSpPr>
          <p:cNvPr id="6" name="native-58">
            <a:extLst xmlns:a="http://schemas.openxmlformats.org/drawingml/2006/main">
              <a:ext uri="{FF2B5EF4-FFF2-40B4-BE49-F238E27FC236}">
                <a16:creationId xmlns:a16="http://schemas.microsoft.com/office/drawing/2014/main" id="{1C841A9B-FA8C-4C8B-84A7-A7F806FC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59">
            <a:extLst xmlns:a="http://schemas.openxmlformats.org/drawingml/2006/main">
              <a:ext uri="{FF2B5EF4-FFF2-40B4-BE49-F238E27FC236}">
                <a16:creationId xmlns:a16="http://schemas.microsoft.com/office/drawing/2014/main" id="{27B52A7F-C495-4A44-9DB8-4E604B6B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" name="native-60">
            <a:extLst xmlns:a="http://schemas.openxmlformats.org/drawingml/2006/main">
              <a:ext uri="{FF2B5EF4-FFF2-40B4-BE49-F238E27FC236}">
                <a16:creationId xmlns:a16="http://schemas.microsoft.com/office/drawing/2014/main" id="{C18AFDBD-D8CE-4B06-A5A9-327951B0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219325"/>
            <a:ext cx="10572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INTRODUCTION</a:t>
            </a:r>
          </a:p>
        </p:txBody>
      </p:sp>
      <p:sp>
        <p:nvSpPr>
          <p:cNvPr id="9" name="native-61">
            <a:extLst xmlns:a="http://schemas.openxmlformats.org/drawingml/2006/main">
              <a:ext uri="{FF2B5EF4-FFF2-40B4-BE49-F238E27FC236}">
                <a16:creationId xmlns:a16="http://schemas.microsoft.com/office/drawing/2014/main" id="{BDEA674D-3714-4BBF-AC19-E0B331E3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52725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Business context and product scope</a:t>
            </a:r>
          </a:p>
        </p:txBody>
      </p:sp>
      <p:sp>
        <p:nvSpPr>
          <p:cNvPr id="10" name="native-62">
            <a:extLst xmlns:a="http://schemas.openxmlformats.org/drawingml/2006/main">
              <a:ext uri="{FF2B5EF4-FFF2-40B4-BE49-F238E27FC236}">
                <a16:creationId xmlns:a16="http://schemas.microsoft.com/office/drawing/2014/main" id="{EF0158E2-5754-4FBE-AC15-662534DA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11" name="native-63">
            <a:extLst xmlns:a="http://schemas.openxmlformats.org/drawingml/2006/main">
              <a:ext uri="{FF2B5EF4-FFF2-40B4-BE49-F238E27FC236}">
                <a16:creationId xmlns:a16="http://schemas.microsoft.com/office/drawing/2014/main" id="{00EB5F00-CA47-4D8F-BCBD-71633E1F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790950"/>
            <a:ext cx="10572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MANAGEMENT PLAN</a:t>
            </a:r>
          </a:p>
        </p:txBody>
      </p:sp>
      <p:sp>
        <p:nvSpPr>
          <p:cNvPr id="12" name="native-64">
            <a:extLst xmlns:a="http://schemas.openxmlformats.org/drawingml/2006/main">
              <a:ext uri="{FF2B5EF4-FFF2-40B4-BE49-F238E27FC236}">
                <a16:creationId xmlns:a16="http://schemas.microsoft.com/office/drawing/2014/main" id="{2EAF1E1A-8BA1-4DF2-8C01-61346033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32435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Delivery plan, coordination and quality</a:t>
            </a:r>
          </a:p>
        </p:txBody>
      </p:sp>
      <p:sp>
        <p:nvSpPr>
          <p:cNvPr id="13" name="native-65">
            <a:extLst xmlns:a="http://schemas.openxmlformats.org/drawingml/2006/main">
              <a:ext uri="{FF2B5EF4-FFF2-40B4-BE49-F238E27FC236}">
                <a16:creationId xmlns:a16="http://schemas.microsoft.com/office/drawing/2014/main" id="{F0587FFB-B9D1-4DA1-98CF-6B3010CD3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86375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III</a:t>
            </a:r>
          </a:p>
        </p:txBody>
      </p:sp>
      <p:sp>
        <p:nvSpPr>
          <p:cNvPr id="14" name="native-66">
            <a:extLst xmlns:a="http://schemas.openxmlformats.org/drawingml/2006/main">
              <a:ext uri="{FF2B5EF4-FFF2-40B4-BE49-F238E27FC236}">
                <a16:creationId xmlns:a16="http://schemas.microsoft.com/office/drawing/2014/main" id="{3032CCDF-6D0E-40CE-AFDE-40424384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62575"/>
            <a:ext cx="10572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SOFTWARE REQUIREMENT SPECIFICATION</a:t>
            </a:r>
          </a:p>
        </p:txBody>
      </p:sp>
      <p:sp>
        <p:nvSpPr>
          <p:cNvPr id="15" name="native-67">
            <a:extLst xmlns:a="http://schemas.openxmlformats.org/drawingml/2006/main">
              <a:ext uri="{FF2B5EF4-FFF2-40B4-BE49-F238E27FC236}">
                <a16:creationId xmlns:a16="http://schemas.microsoft.com/office/drawing/2014/main" id="{DB815500-AA9F-4926-BEFE-760DBDA0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95975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Context, use cases, workflows and quality targets</a:t>
            </a:r>
          </a:p>
        </p:txBody>
      </p:sp>
    </p:spTree>
    <p:extLst>
      <p:ext uri="{BB962C8B-B14F-4D97-AF65-F5344CB8AC3E}">
        <p14:creationId xmlns:p14="http://schemas.microsoft.com/office/powerpoint/2010/main" val="15602826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native-68">
            <a:extLst xmlns:a="http://schemas.openxmlformats.org/drawingml/2006/main">
              <a:ext uri="{FF2B5EF4-FFF2-40B4-BE49-F238E27FC236}">
                <a16:creationId xmlns:a16="http://schemas.microsoft.com/office/drawing/2014/main" id="{693C5DA1-24D6-43D3-9B5A-071D648D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69">
            <a:extLst xmlns:a="http://schemas.openxmlformats.org/drawingml/2006/main">
              <a:ext uri="{FF2B5EF4-FFF2-40B4-BE49-F238E27FC236}">
                <a16:creationId xmlns:a16="http://schemas.microsoft.com/office/drawing/2014/main" id="{4B206C01-ADDC-4E28-8AA8-C9F67F3B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70">
            <a:extLst xmlns:a="http://schemas.openxmlformats.org/drawingml/2006/main">
              <a:ext uri="{FF2B5EF4-FFF2-40B4-BE49-F238E27FC236}">
                <a16:creationId xmlns:a16="http://schemas.microsoft.com/office/drawing/2014/main" id="{AE133C83-B965-44AB-80B1-8F733F39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71">
            <a:extLst xmlns:a="http://schemas.openxmlformats.org/drawingml/2006/main">
              <a:ext uri="{FF2B5EF4-FFF2-40B4-BE49-F238E27FC236}">
                <a16:creationId xmlns:a16="http://schemas.microsoft.com/office/drawing/2014/main" id="{97CA09FA-ECF3-406A-BDC3-ACC6D1D4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72">
            <a:extLst xmlns:a="http://schemas.openxmlformats.org/drawingml/2006/main">
              <a:ext uri="{FF2B5EF4-FFF2-40B4-BE49-F238E27FC236}">
                <a16:creationId xmlns:a16="http://schemas.microsoft.com/office/drawing/2014/main" id="{025B76D6-BBA9-4B43-B53B-802C58FE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73">
            <a:extLst xmlns:a="http://schemas.openxmlformats.org/drawingml/2006/main">
              <a:ext uri="{FF2B5EF4-FFF2-40B4-BE49-F238E27FC236}">
                <a16:creationId xmlns:a16="http://schemas.microsoft.com/office/drawing/2014/main" id="{21A44404-A849-42C8-91FC-ECB574E2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5</a:t>
            </a:r>
          </a:p>
        </p:txBody>
      </p:sp>
      <p:sp>
        <p:nvSpPr>
          <p:cNvPr id="7" name="native-74">
            <a:extLst xmlns:a="http://schemas.openxmlformats.org/drawingml/2006/main">
              <a:ext uri="{FF2B5EF4-FFF2-40B4-BE49-F238E27FC236}">
                <a16:creationId xmlns:a16="http://schemas.microsoft.com/office/drawing/2014/main" id="{552CB2FA-CD7D-449C-A8F0-027B181B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I. 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INTRODUCTION</a:t>
            </a:r>
          </a:p>
        </p:txBody>
      </p:sp>
      <p:sp>
        <p:nvSpPr>
          <p:cNvPr id="8" name="native-75">
            <a:extLst xmlns:a="http://schemas.openxmlformats.org/drawingml/2006/main">
              <a:ext uri="{FF2B5EF4-FFF2-40B4-BE49-F238E27FC236}">
                <a16:creationId xmlns:a16="http://schemas.microsoft.com/office/drawing/2014/main" id="{A8C3DA0F-55E2-47DC-B160-C5163414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9" name="native-76">
            <a:extLst xmlns:a="http://schemas.openxmlformats.org/drawingml/2006/main">
              <a:ext uri="{FF2B5EF4-FFF2-40B4-BE49-F238E27FC236}">
                <a16:creationId xmlns:a16="http://schemas.microsoft.com/office/drawing/2014/main" id="{78A937D2-EEFE-436B-B673-48F889F2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5000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01. Project Background</a:t>
            </a:r>
          </a:p>
        </p:txBody>
      </p:sp>
      <p:sp>
        <p:nvSpPr>
          <p:cNvPr id="10" name="native-77">
            <a:extLst xmlns:a="http://schemas.openxmlformats.org/drawingml/2006/main">
              <a:ext uri="{FF2B5EF4-FFF2-40B4-BE49-F238E27FC236}">
                <a16:creationId xmlns:a16="http://schemas.microsoft.com/office/drawing/2014/main" id="{98F02373-26FA-4ED7-9EAB-F4613AFD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B5563"/>
            </a:solidFill>
            <a:prstDash val="solid"/>
          </a:ln>
        </p:spPr>
      </p:sp>
      <p:sp>
        <p:nvSpPr>
          <p:cNvPr id="11" name="native-78">
            <a:extLst xmlns:a="http://schemas.openxmlformats.org/drawingml/2006/main">
              <a:ext uri="{FF2B5EF4-FFF2-40B4-BE49-F238E27FC236}">
                <a16:creationId xmlns:a16="http://schemas.microsoft.com/office/drawing/2014/main" id="{FEE5D20B-8422-4628-A356-9984C370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5000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Solutions</a:t>
            </a:r>
          </a:p>
        </p:txBody>
      </p:sp>
      <p:sp>
        <p:nvSpPr>
          <p:cNvPr id="12" name="native-79">
            <a:extLst xmlns:a="http://schemas.openxmlformats.org/drawingml/2006/main">
              <a:ext uri="{FF2B5EF4-FFF2-40B4-BE49-F238E27FC236}">
                <a16:creationId xmlns:a16="http://schemas.microsoft.com/office/drawing/2014/main" id="{3E622153-288C-4F33-99F5-96B99DE6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B5563"/>
            </a:solidFill>
            <a:prstDash val="solid"/>
          </a:ln>
        </p:spPr>
      </p:sp>
      <p:sp>
        <p:nvSpPr>
          <p:cNvPr id="13" name="native-80">
            <a:extLst xmlns:a="http://schemas.openxmlformats.org/drawingml/2006/main">
              <a:ext uri="{FF2B5EF4-FFF2-40B4-BE49-F238E27FC236}">
                <a16:creationId xmlns:a16="http://schemas.microsoft.com/office/drawing/2014/main" id="{60498E7C-F75E-49B0-AB6B-0E048F44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5000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03. Our Solution</a:t>
            </a:r>
          </a:p>
        </p:txBody>
      </p:sp>
      <p:sp>
        <p:nvSpPr>
          <p:cNvPr id="14" name="native-81">
            <a:extLst xmlns:a="http://schemas.openxmlformats.org/drawingml/2006/main">
              <a:ext uri="{FF2B5EF4-FFF2-40B4-BE49-F238E27FC236}">
                <a16:creationId xmlns:a16="http://schemas.microsoft.com/office/drawing/2014/main" id="{AA4ED48F-CCA4-4B9D-AE58-0DDC2821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B5563"/>
            </a:solidFill>
            <a:prstDash val="solid"/>
          </a:ln>
        </p:spPr>
      </p:sp>
      <p:sp>
        <p:nvSpPr>
          <p:cNvPr id="15" name="native-82">
            <a:extLst xmlns:a="http://schemas.openxmlformats.org/drawingml/2006/main">
              <a:ext uri="{FF2B5EF4-FFF2-40B4-BE49-F238E27FC236}">
                <a16:creationId xmlns:a16="http://schemas.microsoft.com/office/drawing/2014/main" id="{8471C499-BE08-412F-85BB-4F24A790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5000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04. Major Features</a:t>
            </a:r>
          </a:p>
        </p:txBody>
      </p:sp>
      <p:sp>
        <p:nvSpPr>
          <p:cNvPr id="16" name="native-83">
            <a:extLst xmlns:a="http://schemas.openxmlformats.org/drawingml/2006/main">
              <a:ext uri="{FF2B5EF4-FFF2-40B4-BE49-F238E27FC236}">
                <a16:creationId xmlns:a16="http://schemas.microsoft.com/office/drawing/2014/main" id="{07D8E17E-2330-41C5-8732-5DDCECEA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B5563"/>
            </a:solidFill>
            <a:prstDash val="solid"/>
          </a:ln>
        </p:spPr>
      </p:sp>
      <p:sp>
        <p:nvSpPr>
          <p:cNvPr id="17" name="native-84">
            <a:extLst xmlns:a="http://schemas.openxmlformats.org/drawingml/2006/main">
              <a:ext uri="{FF2B5EF4-FFF2-40B4-BE49-F238E27FC236}">
                <a16:creationId xmlns:a16="http://schemas.microsoft.com/office/drawing/2014/main" id="{58C8E589-A731-4783-9411-F01A8D3B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5000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05. Out of Scope</a:t>
            </a:r>
          </a:p>
        </p:txBody>
      </p:sp>
      <p:sp>
        <p:nvSpPr>
          <p:cNvPr id="18" name="native-85">
            <a:extLst xmlns:a="http://schemas.openxmlformats.org/drawingml/2006/main">
              <a:ext uri="{FF2B5EF4-FFF2-40B4-BE49-F238E27FC236}">
                <a16:creationId xmlns:a16="http://schemas.microsoft.com/office/drawing/2014/main" id="{19A20B64-9276-48A5-88A9-9BEFB736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B5563"/>
            </a:solidFill>
            <a:prstDash val="solid"/>
          </a:ln>
        </p:spPr>
      </p:sp>
      <p:sp>
        <p:nvSpPr>
          <p:cNvPr id="19" name="native-86">
            <a:extLst xmlns:a="http://schemas.openxmlformats.org/drawingml/2006/main">
              <a:ext uri="{FF2B5EF4-FFF2-40B4-BE49-F238E27FC236}">
                <a16:creationId xmlns:a16="http://schemas.microsoft.com/office/drawing/2014/main" id="{97C07CC4-05B3-4107-9823-CE3D9656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914525"/>
            <a:ext cx="6743700" cy="4257675"/>
          </a:xfrm>
          <a:prstGeom xmlns:a="http://schemas.openxmlformats.org/drawingml/2006/main" prst="roundRect">
            <a:avLst>
              <a:gd name="adj" fmla="val 1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A4D94"/>
            </a:solidFill>
            <a:prstDash val="solid"/>
          </a:ln>
        </p:spPr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E9F2F3-C59E-4147-B664-65BE45A18A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5ecc3fa8114fec"/>
          <a:stretch xmlns:a="http://schemas.openxmlformats.org/drawingml/2006/main"/>
        </p:blipFill>
        <p:spPr>
          <a:xfrm xmlns:a="http://schemas.openxmlformats.org/drawingml/2006/main">
            <a:off x="6115050" y="1965722"/>
            <a:ext cx="6648450" cy="4155281"/>
          </a:xfrm>
          <a:prstGeom xmlns:a="http://schemas.openxmlformats.org/drawingml/2006/main" prst="rect">
            <a:avLst/>
          </a:prstGeom>
        </p:spPr>
      </p:pic>
      <p:sp>
        <p:nvSpPr>
          <p:cNvPr id="21" name="native-87">
            <a:extLst xmlns:a="http://schemas.openxmlformats.org/drawingml/2006/main">
              <a:ext uri="{FF2B5EF4-FFF2-40B4-BE49-F238E27FC236}">
                <a16:creationId xmlns:a16="http://schemas.microsoft.com/office/drawing/2014/main" id="{263493DD-5BE7-4334-B3EB-F51609F3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324600"/>
            <a:ext cx="664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TrustCabinet · Report 3 UI illustration</a:t>
            </a:r>
          </a:p>
        </p:txBody>
      </p:sp>
    </p:spTree>
    <p:extLst>
      <p:ext uri="{BB962C8B-B14F-4D97-AF65-F5344CB8AC3E}">
        <p14:creationId xmlns:p14="http://schemas.microsoft.com/office/powerpoint/2010/main" val="13609288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native-88">
            <a:extLst xmlns:a="http://schemas.openxmlformats.org/drawingml/2006/main">
              <a:ext uri="{FF2B5EF4-FFF2-40B4-BE49-F238E27FC236}">
                <a16:creationId xmlns:a16="http://schemas.microsoft.com/office/drawing/2014/main" id="{8F7415D1-AE68-45F9-9E51-F54FEA08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89">
            <a:extLst xmlns:a="http://schemas.openxmlformats.org/drawingml/2006/main">
              <a:ext uri="{FF2B5EF4-FFF2-40B4-BE49-F238E27FC236}">
                <a16:creationId xmlns:a16="http://schemas.microsoft.com/office/drawing/2014/main" id="{A2475D89-E402-4E1E-84AC-A914500E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90">
            <a:extLst xmlns:a="http://schemas.openxmlformats.org/drawingml/2006/main">
              <a:ext uri="{FF2B5EF4-FFF2-40B4-BE49-F238E27FC236}">
                <a16:creationId xmlns:a16="http://schemas.microsoft.com/office/drawing/2014/main" id="{2FE4FC33-900D-4E03-857F-46AA7FB5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91">
            <a:extLst xmlns:a="http://schemas.openxmlformats.org/drawingml/2006/main">
              <a:ext uri="{FF2B5EF4-FFF2-40B4-BE49-F238E27FC236}">
                <a16:creationId xmlns:a16="http://schemas.microsoft.com/office/drawing/2014/main" id="{8D96F91A-5110-4283-9B99-51952D2A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6</a:t>
            </a:r>
          </a:p>
        </p:txBody>
      </p:sp>
      <p:sp>
        <p:nvSpPr>
          <p:cNvPr id="5" name="native-92">
            <a:extLst xmlns:a="http://schemas.openxmlformats.org/drawingml/2006/main">
              <a:ext uri="{FF2B5EF4-FFF2-40B4-BE49-F238E27FC236}">
                <a16:creationId xmlns:a16="http://schemas.microsoft.com/office/drawing/2014/main" id="{65F4BC3E-56AC-4D54-802E-0C130627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01. 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Background</a:t>
            </a:r>
          </a:p>
        </p:txBody>
      </p:sp>
      <p:sp>
        <p:nvSpPr>
          <p:cNvPr id="6" name="native-93">
            <a:extLst xmlns:a="http://schemas.openxmlformats.org/drawingml/2006/main">
              <a:ext uri="{FF2B5EF4-FFF2-40B4-BE49-F238E27FC236}">
                <a16:creationId xmlns:a16="http://schemas.microsoft.com/office/drawing/2014/main" id="{20AD012F-D3AF-4449-81E0-174E3D82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94">
            <a:extLst xmlns:a="http://schemas.openxmlformats.org/drawingml/2006/main">
              <a:ext uri="{FF2B5EF4-FFF2-40B4-BE49-F238E27FC236}">
                <a16:creationId xmlns:a16="http://schemas.microsoft.com/office/drawing/2014/main" id="{E0A29962-4FDA-46C2-804B-2984EE8A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native-95">
            <a:extLst xmlns:a="http://schemas.openxmlformats.org/drawingml/2006/main">
              <a:ext uri="{FF2B5EF4-FFF2-40B4-BE49-F238E27FC236}">
                <a16:creationId xmlns:a16="http://schemas.microsoft.com/office/drawing/2014/main" id="{A98BF652-00ED-4CA0-8FAE-C3194D70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5667375" cy="9286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TrustSoft teams hold 3–5 internal meetings each week: sprint planning, client syncs and internal reviews.</a:t>
            </a:r>
          </a:p>
        </p:txBody>
      </p:sp>
      <p:sp>
        <p:nvSpPr>
          <p:cNvPr id="9" name="native-96">
            <a:extLst xmlns:a="http://schemas.openxmlformats.org/drawingml/2006/main">
              <a:ext uri="{FF2B5EF4-FFF2-40B4-BE49-F238E27FC236}">
                <a16:creationId xmlns:a16="http://schemas.microsoft.com/office/drawing/2014/main" id="{EB2D1C6E-9BE8-4B87-B7BC-729E3217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4663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native-97">
            <a:extLst xmlns:a="http://schemas.openxmlformats.org/drawingml/2006/main">
              <a:ext uri="{FF2B5EF4-FFF2-40B4-BE49-F238E27FC236}">
                <a16:creationId xmlns:a16="http://schemas.microsoft.com/office/drawing/2014/main" id="{F3204589-25FF-4947-AAF4-0B103267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4663"/>
            <a:ext cx="5667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Schedules, updates, supporting files and notes are distributed across separate tools.</a:t>
            </a:r>
          </a:p>
        </p:txBody>
      </p:sp>
      <p:sp>
        <p:nvSpPr>
          <p:cNvPr id="11" name="native-98">
            <a:extLst xmlns:a="http://schemas.openxmlformats.org/drawingml/2006/main">
              <a:ext uri="{FF2B5EF4-FFF2-40B4-BE49-F238E27FC236}">
                <a16:creationId xmlns:a16="http://schemas.microsoft.com/office/drawing/2014/main" id="{F8B2CF91-AD22-4910-A7F7-82C50D76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1913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99">
            <a:extLst xmlns:a="http://schemas.openxmlformats.org/drawingml/2006/main">
              <a:ext uri="{FF2B5EF4-FFF2-40B4-BE49-F238E27FC236}">
                <a16:creationId xmlns:a16="http://schemas.microsoft.com/office/drawing/2014/main" id="{501D39D3-4B6B-4CB2-83F1-CC5BCFAA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71913"/>
            <a:ext cx="5667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The meeting, its documents, votes and final minutes do not form one consistent record.</a:t>
            </a:r>
          </a:p>
        </p:txBody>
      </p:sp>
      <p:sp>
        <p:nvSpPr>
          <p:cNvPr id="13" name="native-100">
            <a:extLst xmlns:a="http://schemas.openxmlformats.org/drawingml/2006/main">
              <a:ext uri="{FF2B5EF4-FFF2-40B4-BE49-F238E27FC236}">
                <a16:creationId xmlns:a16="http://schemas.microsoft.com/office/drawing/2014/main" id="{4D72A309-0D32-4ED7-B9BA-0677166E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00250"/>
            <a:ext cx="58864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A4D94"/>
            </a:solidFill>
            <a:prstDash val="solid"/>
          </a:ln>
        </p:spPr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8EA21A-88DC-471D-AE7A-00339E9F42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259192efa4ba4"/>
          <a:stretch xmlns:a="http://schemas.openxmlformats.org/drawingml/2006/main"/>
        </p:blipFill>
        <p:spPr>
          <a:xfrm xmlns:a="http://schemas.openxmlformats.org/drawingml/2006/main">
            <a:off x="7172325" y="2047875"/>
            <a:ext cx="5791200" cy="3619500"/>
          </a:xfrm>
          <a:prstGeom xmlns:a="http://schemas.openxmlformats.org/drawingml/2006/main" prst="rect">
            <a:avLst/>
          </a:prstGeom>
        </p:spPr>
      </p:pic>
      <p:sp>
        <p:nvSpPr>
          <p:cNvPr id="15" name="native-101">
            <a:extLst xmlns:a="http://schemas.openxmlformats.org/drawingml/2006/main">
              <a:ext uri="{FF2B5EF4-FFF2-40B4-BE49-F238E27FC236}">
                <a16:creationId xmlns:a16="http://schemas.microsoft.com/office/drawing/2014/main" id="{237C36E4-6FAC-4D9C-8B1D-5C3E426F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5924550"/>
            <a:ext cx="5791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One workspace for meeting information</a:t>
            </a:r>
          </a:p>
        </p:txBody>
      </p:sp>
    </p:spTree>
    <p:extLst>
      <p:ext uri="{BB962C8B-B14F-4D97-AF65-F5344CB8AC3E}">
        <p14:creationId xmlns:p14="http://schemas.microsoft.com/office/powerpoint/2010/main" val="13037976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native-102">
            <a:extLst xmlns:a="http://schemas.openxmlformats.org/drawingml/2006/main">
              <a:ext uri="{FF2B5EF4-FFF2-40B4-BE49-F238E27FC236}">
                <a16:creationId xmlns:a16="http://schemas.microsoft.com/office/drawing/2014/main" id="{00B2D898-4860-4341-9BD1-DA2DA87E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103">
            <a:extLst xmlns:a="http://schemas.openxmlformats.org/drawingml/2006/main">
              <a:ext uri="{FF2B5EF4-FFF2-40B4-BE49-F238E27FC236}">
                <a16:creationId xmlns:a16="http://schemas.microsoft.com/office/drawing/2014/main" id="{0A49D958-80F2-42FD-A7A4-55548E49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104">
            <a:extLst xmlns:a="http://schemas.openxmlformats.org/drawingml/2006/main">
              <a:ext uri="{FF2B5EF4-FFF2-40B4-BE49-F238E27FC236}">
                <a16:creationId xmlns:a16="http://schemas.microsoft.com/office/drawing/2014/main" id="{8412F400-578A-402E-8E0C-249EC446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105">
            <a:extLst xmlns:a="http://schemas.openxmlformats.org/drawingml/2006/main">
              <a:ext uri="{FF2B5EF4-FFF2-40B4-BE49-F238E27FC236}">
                <a16:creationId xmlns:a16="http://schemas.microsoft.com/office/drawing/2014/main" id="{E5A89153-8C53-42A5-89CB-0BB41F67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106">
            <a:extLst xmlns:a="http://schemas.openxmlformats.org/drawingml/2006/main">
              <a:ext uri="{FF2B5EF4-FFF2-40B4-BE49-F238E27FC236}">
                <a16:creationId xmlns:a16="http://schemas.microsoft.com/office/drawing/2014/main" id="{F745337D-BA69-4D61-9508-3E8B1789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107">
            <a:extLst xmlns:a="http://schemas.openxmlformats.org/drawingml/2006/main">
              <a:ext uri="{FF2B5EF4-FFF2-40B4-BE49-F238E27FC236}">
                <a16:creationId xmlns:a16="http://schemas.microsoft.com/office/drawing/2014/main" id="{8BFED308-0F70-4E1D-BD3F-3361F91C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7</a:t>
            </a:r>
          </a:p>
        </p:txBody>
      </p:sp>
      <p:sp>
        <p:nvSpPr>
          <p:cNvPr id="7" name="native-108">
            <a:extLst xmlns:a="http://schemas.openxmlformats.org/drawingml/2006/main">
              <a:ext uri="{FF2B5EF4-FFF2-40B4-BE49-F238E27FC236}">
                <a16:creationId xmlns:a16="http://schemas.microsoft.com/office/drawing/2014/main" id="{9CB5579F-8D46-47D2-B95A-0A41F20A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Current Meeting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8" name="native-109">
            <a:extLst xmlns:a="http://schemas.openxmlformats.org/drawingml/2006/main">
              <a:ext uri="{FF2B5EF4-FFF2-40B4-BE49-F238E27FC236}">
                <a16:creationId xmlns:a16="http://schemas.microsoft.com/office/drawing/2014/main" id="{8209CB48-808A-4E3B-B9F0-6C830705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9825E-2CBD-4D07-BD19-54DC9C83D69B}"/>
              </a:ext>
            </a:extLst>
          </p:cNvPr>
          <p:cNvGraphicFramePr/>
          <p:nvPr/>
        </p:nvGraphicFramePr>
        <p:xfrm>
          <a:off xmlns:a="http://schemas.openxmlformats.org/drawingml/2006/main" x="666750" y="1895475"/>
          <a:ext xmlns:a="http://schemas.openxmlformats.org/drawingml/2006/main" cx="12382500" cy="3448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5143500"/>
                <a:gridCol w="5524500"/>
              </a:tblGrid>
              <a:tr h="8620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practice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Consequence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Before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Search chat threads and folders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Latest document version is hard to confirm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During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Manual notes and informal votes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Discussion and vote evidence can be incomplete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After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Manually consolidate and share minutes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Minutes may arrive 1–2 days later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ative-110">
            <a:extLst xmlns:a="http://schemas.openxmlformats.org/drawingml/2006/main">
              <a:ext uri="{FF2B5EF4-FFF2-40B4-BE49-F238E27FC236}">
                <a16:creationId xmlns:a16="http://schemas.microsoft.com/office/drawing/2014/main" id="{0E4EF809-725D-4758-B43D-16A1A6E5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00725"/>
            <a:ext cx="647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 connected meeting record</a:t>
            </a:r>
          </a:p>
        </p:txBody>
      </p:sp>
      <p:sp>
        <p:nvSpPr>
          <p:cNvPr id="11" name="native-111">
            <a:extLst xmlns:a="http://schemas.openxmlformats.org/drawingml/2006/main">
              <a:ext uri="{FF2B5EF4-FFF2-40B4-BE49-F238E27FC236}">
                <a16:creationId xmlns:a16="http://schemas.microsoft.com/office/drawing/2014/main" id="{5AB35946-B4EB-4B6D-BA8B-9988CA04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24600"/>
            <a:ext cx="1133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keeps preparation, documents, outcomes and signed minutes around the same Meeting.</a:t>
            </a:r>
          </a:p>
        </p:txBody>
      </p:sp>
    </p:spTree>
    <p:extLst>
      <p:ext uri="{BB962C8B-B14F-4D97-AF65-F5344CB8AC3E}">
        <p14:creationId xmlns:p14="http://schemas.microsoft.com/office/powerpoint/2010/main" val="19586577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native-112">
            <a:extLst xmlns:a="http://schemas.openxmlformats.org/drawingml/2006/main">
              <a:ext uri="{FF2B5EF4-FFF2-40B4-BE49-F238E27FC236}">
                <a16:creationId xmlns:a16="http://schemas.microsoft.com/office/drawing/2014/main" id="{5D462516-8BE5-4E0C-BB3E-D863E9CB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native-113">
            <a:extLst xmlns:a="http://schemas.openxmlformats.org/drawingml/2006/main">
              <a:ext uri="{FF2B5EF4-FFF2-40B4-BE49-F238E27FC236}">
                <a16:creationId xmlns:a16="http://schemas.microsoft.com/office/drawing/2014/main" id="{6E082244-7AF3-4CD4-B390-A0CF9847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native-114">
            <a:extLst xmlns:a="http://schemas.openxmlformats.org/drawingml/2006/main">
              <a:ext uri="{FF2B5EF4-FFF2-40B4-BE49-F238E27FC236}">
                <a16:creationId xmlns:a16="http://schemas.microsoft.com/office/drawing/2014/main" id="{674CFFA4-AD2E-4481-8CFC-C573588F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native-115">
            <a:extLst xmlns:a="http://schemas.openxmlformats.org/drawingml/2006/main">
              <a:ext uri="{FF2B5EF4-FFF2-40B4-BE49-F238E27FC236}">
                <a16:creationId xmlns:a16="http://schemas.microsoft.com/office/drawing/2014/main" id="{CC6BD3AD-92ED-4178-BBA0-E6204D4A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8</a:t>
            </a:r>
          </a:p>
        </p:txBody>
      </p:sp>
      <p:sp>
        <p:nvSpPr>
          <p:cNvPr id="5" name="native-116">
            <a:extLst xmlns:a="http://schemas.openxmlformats.org/drawingml/2006/main">
              <a:ext uri="{FF2B5EF4-FFF2-40B4-BE49-F238E27FC236}">
                <a16:creationId xmlns:a16="http://schemas.microsoft.com/office/drawing/2014/main" id="{B9DBEC54-4F9D-4E79-8859-905C2469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6" name="native-117">
            <a:extLst xmlns:a="http://schemas.openxmlformats.org/drawingml/2006/main">
              <a:ext uri="{FF2B5EF4-FFF2-40B4-BE49-F238E27FC236}">
                <a16:creationId xmlns:a16="http://schemas.microsoft.com/office/drawing/2014/main" id="{9B293AFE-2796-4C91-86E4-F98B783D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native-118">
            <a:extLst xmlns:a="http://schemas.openxmlformats.org/drawingml/2006/main">
              <a:ext uri="{FF2B5EF4-FFF2-40B4-BE49-F238E27FC236}">
                <a16:creationId xmlns:a16="http://schemas.microsoft.com/office/drawing/2014/main" id="{E8DAF175-9084-4223-94B0-15923C82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5705856"/>
            <a:ext cx="4315968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7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r>
              <a:rPr sz="2150" b="1">
                <a:solidFill>
                  <a:srgbClr val="2A4D94"/>
                </a:solidFill>
                <a:latin typeface="Arial"/>
              </a:rPr>
              <a:t>FELLOW + FIREFLIES.AI</a:t>
            </a:r>
          </a:p>
        </p:txBody>
      </p:sp>
      <p:sp>
        <p:nvSpPr>
          <p:cNvPr id="8" name="native-119">
            <a:extLst xmlns:a="http://schemas.openxmlformats.org/drawingml/2006/main">
              <a:ext uri="{FF2B5EF4-FFF2-40B4-BE49-F238E27FC236}">
                <a16:creationId xmlns:a16="http://schemas.microsoft.com/office/drawing/2014/main" id="{7EE84F7C-92C4-4029-836A-05BBF2C4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6172200"/>
            <a:ext cx="4315968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Meeting intelligence</a:t>
            </a:r>
          </a:p>
        </p:txBody>
      </p:sp>
      <p:sp>
        <p:nvSpPr>
          <p:cNvPr id="9" name="native-120">
            <a:extLst xmlns:a="http://schemas.openxmlformats.org/drawingml/2006/main">
              <a:ext uri="{FF2B5EF4-FFF2-40B4-BE49-F238E27FC236}">
                <a16:creationId xmlns:a16="http://schemas.microsoft.com/office/drawing/2014/main" id="{A3EEA70B-6B83-4689-A86B-CC9BE8E8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781175"/>
            <a:ext cx="72199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ative-121">
            <a:extLst xmlns:a="http://schemas.openxmlformats.org/drawingml/2006/main">
              <a:ext uri="{FF2B5EF4-FFF2-40B4-BE49-F238E27FC236}">
                <a16:creationId xmlns:a16="http://schemas.microsoft.com/office/drawing/2014/main" id="{BC1D631C-1765-423C-B7E3-57ED760D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95475"/>
            <a:ext cx="670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REVIEWED IN PROJECT RESEARCH</a:t>
            </a:r>
          </a:p>
        </p:txBody>
      </p:sp>
      <p:sp>
        <p:nvSpPr>
          <p:cNvPr id="11" name="native-122">
            <a:extLst xmlns:a="http://schemas.openxmlformats.org/drawingml/2006/main">
              <a:ext uri="{FF2B5EF4-FFF2-40B4-BE49-F238E27FC236}">
                <a16:creationId xmlns:a16="http://schemas.microsoft.com/office/drawing/2014/main" id="{4AB3440F-A763-4894-9C89-9D953BC7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71775"/>
            <a:ext cx="209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Feature:</a:t>
            </a:r>
          </a:p>
        </p:txBody>
      </p:sp>
      <p:sp>
        <p:nvSpPr>
          <p:cNvPr id="12" name="native-123">
            <a:extLst xmlns:a="http://schemas.openxmlformats.org/drawingml/2006/main">
              <a:ext uri="{FF2B5EF4-FFF2-40B4-BE49-F238E27FC236}">
                <a16:creationId xmlns:a16="http://schemas.microsoft.com/office/drawing/2014/main" id="{DC72E125-DBDB-47C4-8DBD-02E9D578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190875"/>
            <a:ext cx="708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Meeting recaps, transcription and collaborative notes.</a:t>
            </a:r>
          </a:p>
        </p:txBody>
      </p:sp>
      <p:sp>
        <p:nvSpPr>
          <p:cNvPr id="13" name="native-124">
            <a:extLst xmlns:a="http://schemas.openxmlformats.org/drawingml/2006/main">
              <a:ext uri="{FF2B5EF4-FFF2-40B4-BE49-F238E27FC236}">
                <a16:creationId xmlns:a16="http://schemas.microsoft.com/office/drawing/2014/main" id="{1D774017-538C-4C2C-9B71-A5E283BE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105275"/>
            <a:ext cx="209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Strength:</a:t>
            </a:r>
          </a:p>
        </p:txBody>
      </p:sp>
      <p:sp>
        <p:nvSpPr>
          <p:cNvPr id="14" name="native-125">
            <a:extLst xmlns:a="http://schemas.openxmlformats.org/drawingml/2006/main">
              <a:ext uri="{FF2B5EF4-FFF2-40B4-BE49-F238E27FC236}">
                <a16:creationId xmlns:a16="http://schemas.microsoft.com/office/drawing/2014/main" id="{098CBC4B-05E2-4221-8BF7-B2645DD8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524375"/>
            <a:ext cx="708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Specialized tools for capturing and reviewing meeting content.</a:t>
            </a:r>
          </a:p>
        </p:txBody>
      </p:sp>
      <p:sp>
        <p:nvSpPr>
          <p:cNvPr id="15" name="native-126">
            <a:extLst xmlns:a="http://schemas.openxmlformats.org/drawingml/2006/main">
              <a:ext uri="{FF2B5EF4-FFF2-40B4-BE49-F238E27FC236}">
                <a16:creationId xmlns:a16="http://schemas.microsoft.com/office/drawing/2014/main" id="{823E50A6-BCC3-4EC3-B0AA-88141238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438775"/>
            <a:ext cx="209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gap:</a:t>
            </a:r>
          </a:p>
        </p:txBody>
      </p:sp>
      <p:sp>
        <p:nvSpPr>
          <p:cNvPr id="16" name="native-127">
            <a:extLst xmlns:a="http://schemas.openxmlformats.org/drawingml/2006/main">
              <a:ext uri="{FF2B5EF4-FFF2-40B4-BE49-F238E27FC236}">
                <a16:creationId xmlns:a16="http://schemas.microsoft.com/office/drawing/2014/main" id="{665EFBA6-978F-471B-916A-3920B3AF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857875"/>
            <a:ext cx="708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Meeting-specific voting, document governance and signed minutes in one internally hosted record.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Picture 17" descr="fellow_thumb.png"/>
          <p:cNvPicPr>
            <a:picLocks noChangeAspect="1"/>
          </p:cNvPicPr>
          <p:nvPr/>
        </p:nvPicPr>
        <p:blipFill>
          <a:blip r:embed="rId3"/>
          <a:srcRect t="12288" b="12288"/>
          <a:stretch>
            <a:fillRect/>
          </a:stretch>
        </p:blipFill>
        <p:spPr>
          <a:xfrm>
            <a:off x="822960" y="1810512"/>
            <a:ext cx="4315968" cy="1627632"/>
          </a:xfrm>
          <a:prstGeom prst="rect">
            <a:avLst/>
          </a:prstGeom>
        </p:spPr>
      </p:pic>
      <p:sp xmlns:a="http://schemas.openxmlformats.org/drawingml/2006/main">
        <p:nvSpPr>
          <p:cNvPr id="19" name="Rectangle 18"/>
          <p:cNvSpPr/>
          <p:nvPr/>
        </p:nvSpPr>
        <p:spPr>
          <a:xfrm>
            <a:off x="822960" y="1810512"/>
            <a:ext cx="4315968" cy="1627632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20" name="Picture 19" descr="fireflies_thumb.png"/>
          <p:cNvPicPr>
            <a:picLocks noChangeAspect="1"/>
          </p:cNvPicPr>
          <p:nvPr/>
        </p:nvPicPr>
        <p:blipFill>
          <a:blip r:embed="rId4"/>
          <a:srcRect t="12288" b="12288"/>
          <a:stretch>
            <a:fillRect/>
          </a:stretch>
        </p:blipFill>
        <p:spPr>
          <a:xfrm>
            <a:off x="822960" y="3730752"/>
            <a:ext cx="4315968" cy="1627632"/>
          </a:xfrm>
          <a:prstGeom prst="rect">
            <a:avLst/>
          </a:prstGeom>
        </p:spPr>
      </p:pic>
      <p:sp xmlns:a="http://schemas.openxmlformats.org/drawingml/2006/main">
        <p:nvSpPr>
          <p:cNvPr id="21" name="Rectangle 20"/>
          <p:cNvSpPr/>
          <p:nvPr/>
        </p:nvSpPr>
        <p:spPr>
          <a:xfrm>
            <a:off x="822960" y="3730752"/>
            <a:ext cx="4315968" cy="1627632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841248" y="3465576"/>
            <a:ext cx="4279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2A4D94"/>
                </a:solidFill>
                <a:latin typeface="Arial"/>
              </a:rPr>
              <a:t>FELLOW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841248" y="5385816"/>
            <a:ext cx="4279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2A4D94"/>
                </a:solidFill>
                <a:latin typeface="Arial"/>
              </a:rPr>
              <a:t>FIREFLIES.AI</a:t>
            </a:r>
          </a:p>
        </p:txBody>
      </p:sp>
    </p:spTree>
    <p:extLst>
      <p:ext uri="{BB962C8B-B14F-4D97-AF65-F5344CB8AC3E}">
        <p14:creationId xmlns:p14="http://schemas.microsoft.com/office/powerpoint/2010/main" val="7292047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native-128">
            <a:extLst xmlns:a="http://schemas.openxmlformats.org/drawingml/2006/main">
              <a:ext uri="{FF2B5EF4-FFF2-40B4-BE49-F238E27FC236}">
                <a16:creationId xmlns:a16="http://schemas.microsoft.com/office/drawing/2014/main" id="{EC5E3EE3-342A-41BB-A1F7-107DAFE0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native-129">
            <a:extLst xmlns:a="http://schemas.openxmlformats.org/drawingml/2006/main">
              <a:ext uri="{FF2B5EF4-FFF2-40B4-BE49-F238E27FC236}">
                <a16:creationId xmlns:a16="http://schemas.microsoft.com/office/drawing/2014/main" id="{8616C810-EA17-4538-AB47-3967E72B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native-130">
            <a:extLst xmlns:a="http://schemas.openxmlformats.org/drawingml/2006/main">
              <a:ext uri="{FF2B5EF4-FFF2-40B4-BE49-F238E27FC236}">
                <a16:creationId xmlns:a16="http://schemas.microsoft.com/office/drawing/2014/main" id="{4DF1EA13-DA72-427C-8D61-74434A1D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native-131">
            <a:extLst xmlns:a="http://schemas.openxmlformats.org/drawingml/2006/main">
              <a:ext uri="{FF2B5EF4-FFF2-40B4-BE49-F238E27FC236}">
                <a16:creationId xmlns:a16="http://schemas.microsoft.com/office/drawing/2014/main" id="{C222A57A-1838-45AF-9210-D234625E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9</a:t>
            </a:r>
          </a:p>
        </p:txBody>
      </p:sp>
      <p:sp>
        <p:nvSpPr>
          <p:cNvPr id="5" name="native-132">
            <a:extLst xmlns:a="http://schemas.openxmlformats.org/drawingml/2006/main">
              <a:ext uri="{FF2B5EF4-FFF2-40B4-BE49-F238E27FC236}">
                <a16:creationId xmlns:a16="http://schemas.microsoft.com/office/drawing/2014/main" id="{94B21A4F-42E8-4C8C-9D7F-A107355E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6" name="native-133">
            <a:extLst xmlns:a="http://schemas.openxmlformats.org/drawingml/2006/main">
              <a:ext uri="{FF2B5EF4-FFF2-40B4-BE49-F238E27FC236}">
                <a16:creationId xmlns:a16="http://schemas.microsoft.com/office/drawing/2014/main" id="{BE5A2B6F-4539-4FFC-AB2D-5C8D549A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native-134">
            <a:extLst xmlns:a="http://schemas.openxmlformats.org/drawingml/2006/main">
              <a:ext uri="{FF2B5EF4-FFF2-40B4-BE49-F238E27FC236}">
                <a16:creationId xmlns:a16="http://schemas.microsoft.com/office/drawing/2014/main" id="{CADBE2B9-39C8-426A-B1AA-D8854735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6108192"/>
            <a:ext cx="431596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7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r>
              <a:rPr sz="2000" b="1">
                <a:solidFill>
                  <a:srgbClr val="2A4D94"/>
                </a:solidFill>
                <a:latin typeface="Arial"/>
              </a:rPr>
              <a:t>ASANA + ZOOM + CLICKUP</a:t>
            </a:r>
          </a:p>
        </p:txBody>
      </p:sp>
      <p:sp>
        <p:nvSpPr>
          <p:cNvPr id="8" name="native-135">
            <a:extLst xmlns:a="http://schemas.openxmlformats.org/drawingml/2006/main">
              <a:ext uri="{FF2B5EF4-FFF2-40B4-BE49-F238E27FC236}">
                <a16:creationId xmlns:a16="http://schemas.microsoft.com/office/drawing/2014/main" id="{CB341A1C-43E8-4DBA-9F46-D11F1E75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6547104"/>
            <a:ext cx="4315968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Productivity platforms</a:t>
            </a:r>
          </a:p>
        </p:txBody>
      </p:sp>
      <p:sp>
        <p:nvSpPr>
          <p:cNvPr id="9" name="native-136">
            <a:extLst xmlns:a="http://schemas.openxmlformats.org/drawingml/2006/main">
              <a:ext uri="{FF2B5EF4-FFF2-40B4-BE49-F238E27FC236}">
                <a16:creationId xmlns:a16="http://schemas.microsoft.com/office/drawing/2014/main" id="{4D78EC16-82FB-44F0-8665-AD535B06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781175"/>
            <a:ext cx="72199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ative-137">
            <a:extLst xmlns:a="http://schemas.openxmlformats.org/drawingml/2006/main">
              <a:ext uri="{FF2B5EF4-FFF2-40B4-BE49-F238E27FC236}">
                <a16:creationId xmlns:a16="http://schemas.microsoft.com/office/drawing/2014/main" id="{F38EA33C-269F-4CC6-8BC6-E6D7E1F7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95475"/>
            <a:ext cx="670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REVIEWED IN PROJECT RESEARCH</a:t>
            </a:r>
          </a:p>
        </p:txBody>
      </p:sp>
      <p:sp>
        <p:nvSpPr>
          <p:cNvPr id="11" name="native-138">
            <a:extLst xmlns:a="http://schemas.openxmlformats.org/drawingml/2006/main">
              <a:ext uri="{FF2B5EF4-FFF2-40B4-BE49-F238E27FC236}">
                <a16:creationId xmlns:a16="http://schemas.microsoft.com/office/drawing/2014/main" id="{396B8F96-DB02-4D5B-AF64-578F1F89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71775"/>
            <a:ext cx="209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Feature:</a:t>
            </a:r>
          </a:p>
        </p:txBody>
      </p:sp>
      <p:sp>
        <p:nvSpPr>
          <p:cNvPr id="12" name="native-139">
            <a:extLst xmlns:a="http://schemas.openxmlformats.org/drawingml/2006/main">
              <a:ext uri="{FF2B5EF4-FFF2-40B4-BE49-F238E27FC236}">
                <a16:creationId xmlns:a16="http://schemas.microsoft.com/office/drawing/2014/main" id="{F89A35AF-D828-4E34-AAC7-27A72BD7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190875"/>
            <a:ext cx="708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Separate collaboration tools or a broader productivity and document platform.</a:t>
            </a:r>
          </a:p>
        </p:txBody>
      </p:sp>
      <p:sp>
        <p:nvSpPr>
          <p:cNvPr id="13" name="native-140">
            <a:extLst xmlns:a="http://schemas.openxmlformats.org/drawingml/2006/main">
              <a:ext uri="{FF2B5EF4-FFF2-40B4-BE49-F238E27FC236}">
                <a16:creationId xmlns:a16="http://schemas.microsoft.com/office/drawing/2014/main" id="{6EB43AB3-5012-41B7-8C9C-83AA172C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105275"/>
            <a:ext cx="209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Strength:</a:t>
            </a:r>
          </a:p>
        </p:txBody>
      </p:sp>
      <p:sp>
        <p:nvSpPr>
          <p:cNvPr id="14" name="native-141">
            <a:extLst xmlns:a="http://schemas.openxmlformats.org/drawingml/2006/main">
              <a:ext uri="{FF2B5EF4-FFF2-40B4-BE49-F238E27FC236}">
                <a16:creationId xmlns:a16="http://schemas.microsoft.com/office/drawing/2014/main" id="{B8212F5A-1089-451A-945A-1AF0351F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524375"/>
            <a:ext cx="708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Flexible workflows and established collaboration capabilities.</a:t>
            </a:r>
          </a:p>
        </p:txBody>
      </p:sp>
      <p:sp>
        <p:nvSpPr>
          <p:cNvPr id="15" name="native-142">
            <a:extLst xmlns:a="http://schemas.openxmlformats.org/drawingml/2006/main">
              <a:ext uri="{FF2B5EF4-FFF2-40B4-BE49-F238E27FC236}">
                <a16:creationId xmlns:a16="http://schemas.microsoft.com/office/drawing/2014/main" id="{E41C47D2-44F1-4138-B495-53F926B3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438775"/>
            <a:ext cx="209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gap:</a:t>
            </a:r>
          </a:p>
        </p:txBody>
      </p:sp>
      <p:sp>
        <p:nvSpPr>
          <p:cNvPr id="16" name="native-143">
            <a:extLst xmlns:a="http://schemas.openxmlformats.org/drawingml/2006/main">
              <a:ext uri="{FF2B5EF4-FFF2-40B4-BE49-F238E27FC236}">
                <a16:creationId xmlns:a16="http://schemas.microsoft.com/office/drawing/2014/main" id="{905E1DCC-53E7-4F97-B8DA-64C56764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857875"/>
            <a:ext cx="708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 cohesive meeting record with internal access control and formal meeting governance.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Picture 17" descr="asana_thumb.png"/>
          <p:cNvPicPr>
            <a:picLocks noChangeAspect="1"/>
          </p:cNvPicPr>
          <p:nvPr/>
        </p:nvPicPr>
        <p:blipFill>
          <a:blip r:embed="rId3"/>
          <a:srcRect t="20996" b="20996"/>
          <a:stretch>
            <a:fillRect/>
          </a:stretch>
        </p:blipFill>
        <p:spPr>
          <a:xfrm>
            <a:off x="841248" y="1673352"/>
            <a:ext cx="4224528" cy="1225296"/>
          </a:xfrm>
          <a:prstGeom prst="rect">
            <a:avLst/>
          </a:prstGeom>
        </p:spPr>
      </p:pic>
      <p:sp xmlns:a="http://schemas.openxmlformats.org/drawingml/2006/main">
        <p:nvSpPr>
          <p:cNvPr id="19" name="Rectangle 18"/>
          <p:cNvSpPr/>
          <p:nvPr/>
        </p:nvSpPr>
        <p:spPr>
          <a:xfrm>
            <a:off x="841248" y="1673352"/>
            <a:ext cx="4224528" cy="1225296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859536" y="290779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A4D94"/>
                </a:solidFill>
                <a:latin typeface="Arial"/>
              </a:rPr>
              <a:t>ASANA</a:t>
            </a:r>
          </a:p>
        </p:txBody>
      </p:sp>
      <p:pic xmlns:a="http://schemas.openxmlformats.org/drawingml/2006/main" xmlns:r="http://schemas.openxmlformats.org/officeDocument/2006/relationships">
        <p:nvPicPr>
          <p:cNvPr id="21" name="Picture 20" descr="zoom_thumb.png"/>
          <p:cNvPicPr>
            <a:picLocks noChangeAspect="1"/>
          </p:cNvPicPr>
          <p:nvPr/>
        </p:nvPicPr>
        <p:blipFill>
          <a:blip r:embed="rId4"/>
          <a:srcRect t="20996" b="20996"/>
          <a:stretch>
            <a:fillRect/>
          </a:stretch>
        </p:blipFill>
        <p:spPr>
          <a:xfrm>
            <a:off x="841248" y="3127248"/>
            <a:ext cx="4224528" cy="1225296"/>
          </a:xfrm>
          <a:prstGeom prst="rect">
            <a:avLst/>
          </a:prstGeom>
        </p:spPr>
      </p:pic>
      <p:sp xmlns:a="http://schemas.openxmlformats.org/drawingml/2006/main">
        <p:nvSpPr>
          <p:cNvPr id="22" name="Rectangle 21"/>
          <p:cNvSpPr/>
          <p:nvPr/>
        </p:nvSpPr>
        <p:spPr>
          <a:xfrm>
            <a:off x="841248" y="3127248"/>
            <a:ext cx="4224528" cy="1225296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859536" y="4361688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A4D94"/>
                </a:solidFill>
                <a:latin typeface="Arial"/>
              </a:rPr>
              <a:t>ZOOM</a:t>
            </a:r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clickup_thumb.png"/>
          <p:cNvPicPr>
            <a:picLocks noChangeAspect="1"/>
          </p:cNvPicPr>
          <p:nvPr/>
        </p:nvPicPr>
        <p:blipFill>
          <a:blip r:embed="rId5"/>
          <a:srcRect t="20996" b="20996"/>
          <a:stretch>
            <a:fillRect/>
          </a:stretch>
        </p:blipFill>
        <p:spPr>
          <a:xfrm>
            <a:off x="841248" y="4581144"/>
            <a:ext cx="4224528" cy="1225296"/>
          </a:xfrm>
          <a:prstGeom prst="rect">
            <a:avLst/>
          </a:prstGeom>
        </p:spPr>
      </p:pic>
      <p:sp xmlns:a="http://schemas.openxmlformats.org/drawingml/2006/main">
        <p:nvSpPr>
          <p:cNvPr id="25" name="Rectangle 24"/>
          <p:cNvSpPr/>
          <p:nvPr/>
        </p:nvSpPr>
        <p:spPr>
          <a:xfrm>
            <a:off x="841248" y="4581144"/>
            <a:ext cx="4224528" cy="1225296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859536" y="581558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A4D94"/>
                </a:solidFill>
                <a:latin typeface="Arial"/>
              </a:rPr>
              <a:t>CLICKUP</a:t>
            </a:r>
          </a:p>
        </p:txBody>
      </p:sp>
    </p:spTree>
    <p:extLst>
      <p:ext uri="{BB962C8B-B14F-4D97-AF65-F5344CB8AC3E}">
        <p14:creationId xmlns:p14="http://schemas.microsoft.com/office/powerpoint/2010/main" val="14755092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native-144">
            <a:extLst xmlns:a="http://schemas.openxmlformats.org/drawingml/2006/main">
              <a:ext uri="{FF2B5EF4-FFF2-40B4-BE49-F238E27FC236}">
                <a16:creationId xmlns:a16="http://schemas.microsoft.com/office/drawing/2014/main" id="{64C55DAA-D619-450A-9626-A94EB54C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native-145">
            <a:extLst xmlns:a="http://schemas.openxmlformats.org/drawingml/2006/main">
              <a:ext uri="{FF2B5EF4-FFF2-40B4-BE49-F238E27FC236}">
                <a16:creationId xmlns:a16="http://schemas.microsoft.com/office/drawing/2014/main" id="{D743166E-9083-4210-86AA-40F123C2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native-146">
            <a:extLst xmlns:a="http://schemas.openxmlformats.org/drawingml/2006/main">
              <a:ext uri="{FF2B5EF4-FFF2-40B4-BE49-F238E27FC236}">
                <a16:creationId xmlns:a16="http://schemas.microsoft.com/office/drawing/2014/main" id="{C560F60B-D8D2-414C-A761-75F16BFC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native-147">
            <a:extLst xmlns:a="http://schemas.openxmlformats.org/drawingml/2006/main">
              <a:ext uri="{FF2B5EF4-FFF2-40B4-BE49-F238E27FC236}">
                <a16:creationId xmlns:a16="http://schemas.microsoft.com/office/drawing/2014/main" id="{20360185-6AB8-48E6-9F35-0F90919C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10</a:t>
            </a:r>
          </a:p>
        </p:txBody>
      </p:sp>
      <p:sp>
        <p:nvSpPr>
          <p:cNvPr id="5" name="native-148">
            <a:extLst xmlns:a="http://schemas.openxmlformats.org/drawingml/2006/main">
              <a:ext uri="{FF2B5EF4-FFF2-40B4-BE49-F238E27FC236}">
                <a16:creationId xmlns:a16="http://schemas.microsoft.com/office/drawing/2014/main" id="{C6AFD16F-2972-4065-9E93-E193B8D2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03. Our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</a:t>
            </a:r>
          </a:p>
        </p:txBody>
      </p:sp>
      <p:sp>
        <p:nvSpPr>
          <p:cNvPr id="6" name="native-149">
            <a:extLst xmlns:a="http://schemas.openxmlformats.org/drawingml/2006/main">
              <a:ext uri="{FF2B5EF4-FFF2-40B4-BE49-F238E27FC236}">
                <a16:creationId xmlns:a16="http://schemas.microsoft.com/office/drawing/2014/main" id="{93F3C134-2C8F-4235-B02F-B7350AD5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native-156">
            <a:extLst xmlns:a="http://schemas.openxmlformats.org/drawingml/2006/main">
              <a:ext uri="{FF2B5EF4-FFF2-40B4-BE49-F238E27FC236}">
                <a16:creationId xmlns:a16="http://schemas.microsoft.com/office/drawing/2014/main" id="{A722CDE7-3780-4144-8AAA-FA2CF2B1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324100"/>
            <a:ext cx="5476875" cy="3457575"/>
          </a:xfrm>
          <a:prstGeom xmlns:a="http://schemas.openxmlformats.org/drawingml/2006/main" prst="roundRect">
            <a:avLst>
              <a:gd name="adj" fmla="val 22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A4D94"/>
            </a:solidFill>
            <a:prstDash val="solid"/>
          </a:ln>
        </p:spPr>
        <p:txBody xmlns:a="http://schemas.openxmlformats.org/drawingml/2006/main">
          <a:bodyPr/>
          <a:p/>
        </p:txBody>
      </p:sp>
      <p:pic xmlns:a="http://schemas.openxmlformats.org/drawingml/2006/main" xmlns:r="http://schemas.openxmlformats.org/officeDocument/2006/relationships">
        <p:nvPicPr>
          <p:cNvPr id="17" name="Picture 16" descr="meeting_documents.jpg"/>
          <p:cNvPicPr>
            <a:picLocks noChangeAspect="1"/>
          </p:cNvPicPr>
          <p:nvPr/>
        </p:nvPicPr>
        <p:blipFill>
          <a:blip r:embed="rId4"/>
          <a:srcRect l="11998" r="11998"/>
          <a:stretch>
            <a:fillRect/>
          </a:stretch>
        </p:blipFill>
        <p:spPr>
          <a:xfrm>
            <a:off x="7223760" y="1755648"/>
            <a:ext cx="5989320" cy="4434840"/>
          </a:xfrm>
          <a:prstGeom prst="rect">
            <a:avLst/>
          </a:prstGeom>
        </p:spPr>
      </p:pic>
      <p:sp xmlns:a="http://schemas.openxmlformats.org/drawingml/2006/main">
        <p:nvSpPr>
          <p:cNvPr id="18" name="Rectangle 17"/>
          <p:cNvSpPr/>
          <p:nvPr/>
        </p:nvSpPr>
        <p:spPr>
          <a:xfrm>
            <a:off x="7223760" y="1755648"/>
            <a:ext cx="5989320" cy="4434840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223760" y="6236208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4B5563"/>
                </a:solidFill>
                <a:latin typeface="Arial"/>
              </a:rPr>
              <a:t>Meeting workflow | Photo: Vitaly Gariev / Unsplash</a:t>
            </a:r>
          </a:p>
        </p:txBody>
      </p:sp>
      <p:sp xmlns:a="http://schemas.openxmlformats.org/drawingml/2006/main">
        <p:nvSpPr>
          <p:cNvPr id="20" name="Oval 19"/>
          <p:cNvSpPr/>
          <p:nvPr/>
        </p:nvSpPr>
        <p:spPr>
          <a:xfrm>
            <a:off x="713232" y="1929384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978408" y="1810512"/>
            <a:ext cx="585216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2433"/>
                </a:solidFill>
                <a:latin typeface="Arial"/>
              </a:rPr>
              <a:t>Prepare and approve meetings, agendas and
authorized documents in one workspace.</a:t>
            </a:r>
          </a:p>
        </p:txBody>
      </p:sp>
      <p:sp xmlns:a="http://schemas.openxmlformats.org/drawingml/2006/main">
        <p:nvSpPr>
          <p:cNvPr id="22" name="Oval 21"/>
          <p:cNvSpPr/>
          <p:nvPr/>
        </p:nvSpPr>
        <p:spPr>
          <a:xfrm>
            <a:off x="713232" y="2825496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978408" y="2706624"/>
            <a:ext cx="585216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2433"/>
                </a:solidFill>
                <a:latin typeface="Arial"/>
              </a:rPr>
              <a:t>Conduct browser-based meetings and record live
vote results with Chair conclusions.</a:t>
            </a:r>
          </a:p>
        </p:txBody>
      </p:sp>
      <p:sp xmlns:a="http://schemas.openxmlformats.org/drawingml/2006/main">
        <p:nvSpPr>
          <p:cNvPr id="24" name="Oval 23"/>
          <p:cNvSpPr/>
          <p:nvPr/>
        </p:nvSpPr>
        <p:spPr>
          <a:xfrm>
            <a:off x="713232" y="3721608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978408" y="3602736"/>
            <a:ext cx="585216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2433"/>
                </a:solidFill>
                <a:latin typeface="Arial"/>
              </a:rPr>
              <a:t>Review AI-assisted transcripts and summaries, then
sign and seal formal meeting minutes.</a:t>
            </a:r>
          </a:p>
        </p:txBody>
      </p:sp>
    </p:spTree>
    <p:extLst>
      <p:ext uri="{BB962C8B-B14F-4D97-AF65-F5344CB8AC3E}">
        <p14:creationId xmlns:p14="http://schemas.microsoft.com/office/powerpoint/2010/main" val="4095052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native-158">
            <a:extLst xmlns:a="http://schemas.openxmlformats.org/drawingml/2006/main">
              <a:ext uri="{FF2B5EF4-FFF2-40B4-BE49-F238E27FC236}">
                <a16:creationId xmlns:a16="http://schemas.microsoft.com/office/drawing/2014/main" id="{CC20B9E1-8A71-4AEB-A2C3-B6626051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159">
            <a:extLst xmlns:a="http://schemas.openxmlformats.org/drawingml/2006/main">
              <a:ext uri="{FF2B5EF4-FFF2-40B4-BE49-F238E27FC236}">
                <a16:creationId xmlns:a16="http://schemas.microsoft.com/office/drawing/2014/main" id="{2F2A3DF6-38DC-4901-89E1-AAC4BF4C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160">
            <a:extLst xmlns:a="http://schemas.openxmlformats.org/drawingml/2006/main">
              <a:ext uri="{FF2B5EF4-FFF2-40B4-BE49-F238E27FC236}">
                <a16:creationId xmlns:a16="http://schemas.microsoft.com/office/drawing/2014/main" id="{6E08F2D5-7D6E-44CB-8211-9C5EB899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161">
            <a:extLst xmlns:a="http://schemas.openxmlformats.org/drawingml/2006/main">
              <a:ext uri="{FF2B5EF4-FFF2-40B4-BE49-F238E27FC236}">
                <a16:creationId xmlns:a16="http://schemas.microsoft.com/office/drawing/2014/main" id="{AE26263E-FBFD-426F-8033-027E5185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11</a:t>
            </a:r>
          </a:p>
        </p:txBody>
      </p:sp>
      <p:sp>
        <p:nvSpPr>
          <p:cNvPr id="5" name="native-162">
            <a:extLst xmlns:a="http://schemas.openxmlformats.org/drawingml/2006/main">
              <a:ext uri="{FF2B5EF4-FFF2-40B4-BE49-F238E27FC236}">
                <a16:creationId xmlns:a16="http://schemas.microsoft.com/office/drawing/2014/main" id="{18BE494A-CA02-4C5A-9E27-BC5E176F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— Meeting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Preparation</a:t>
            </a:r>
          </a:p>
        </p:txBody>
      </p:sp>
      <p:sp>
        <p:nvSpPr>
          <p:cNvPr id="6" name="native-163">
            <a:extLst xmlns:a="http://schemas.openxmlformats.org/drawingml/2006/main">
              <a:ext uri="{FF2B5EF4-FFF2-40B4-BE49-F238E27FC236}">
                <a16:creationId xmlns:a16="http://schemas.microsoft.com/office/drawing/2014/main" id="{7F3BBE30-0028-4F7F-80E2-A4FD20F5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164">
            <a:extLst xmlns:a="http://schemas.openxmlformats.org/drawingml/2006/main">
              <a:ext uri="{FF2B5EF4-FFF2-40B4-BE49-F238E27FC236}">
                <a16:creationId xmlns:a16="http://schemas.microsoft.com/office/drawing/2014/main" id="{4D1E9D58-DDE7-41E3-A928-D637288C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76425"/>
            <a:ext cx="12477750" cy="4705350"/>
          </a:xfrm>
          <a:prstGeom xmlns:a="http://schemas.openxmlformats.org/drawingml/2006/main" prst="roundRect">
            <a:avLst>
              <a:gd name="adj" fmla="val 1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4D94"/>
            </a:solidFill>
            <a:prstDash val="solid"/>
          </a:ln>
        </p:spPr>
      </p:sp>
      <p:sp>
        <p:nvSpPr>
          <p:cNvPr id="8" name="native-165">
            <a:extLst xmlns:a="http://schemas.openxmlformats.org/drawingml/2006/main">
              <a:ext uri="{FF2B5EF4-FFF2-40B4-BE49-F238E27FC236}">
                <a16:creationId xmlns:a16="http://schemas.microsoft.com/office/drawing/2014/main" id="{BCC93FC9-7697-4C00-8BF7-5505CAD2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764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Preparation Flow</a:t>
            </a:r>
          </a:p>
        </p:txBody>
      </p:sp>
      <p:sp>
        <p:nvSpPr>
          <p:cNvPr id="9" name="native-166">
            <a:extLst xmlns:a="http://schemas.openxmlformats.org/drawingml/2006/main">
              <a:ext uri="{FF2B5EF4-FFF2-40B4-BE49-F238E27FC236}">
                <a16:creationId xmlns:a16="http://schemas.microsoft.com/office/drawing/2014/main" id="{01E0A791-1AED-42E1-89F6-E4315893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A4D94"/>
            </a:solidFill>
            <a:prstDash val="solid"/>
          </a:ln>
        </p:spPr>
      </p:sp>
      <p:sp>
        <p:nvSpPr>
          <p:cNvPr id="10" name="native-167">
            <a:extLst xmlns:a="http://schemas.openxmlformats.org/drawingml/2006/main">
              <a:ext uri="{FF2B5EF4-FFF2-40B4-BE49-F238E27FC236}">
                <a16:creationId xmlns:a16="http://schemas.microsoft.com/office/drawing/2014/main" id="{157D2F6C-5DA2-4DE1-B592-6ACAE4E1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0575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native-168">
            <a:extLst xmlns:a="http://schemas.openxmlformats.org/drawingml/2006/main">
              <a:ext uri="{FF2B5EF4-FFF2-40B4-BE49-F238E27FC236}">
                <a16:creationId xmlns:a16="http://schemas.microsoft.com/office/drawing/2014/main" id="{A076C125-DEE3-417E-BA2A-2D856E7A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Create &amp; Submit</a:t>
            </a:r>
          </a:p>
        </p:txBody>
      </p:sp>
      <p:sp>
        <p:nvSpPr>
          <p:cNvPr id="12" name="native-169">
            <a:extLst xmlns:a="http://schemas.openxmlformats.org/drawingml/2006/main">
              <a:ext uri="{FF2B5EF4-FFF2-40B4-BE49-F238E27FC236}">
                <a16:creationId xmlns:a16="http://schemas.microsoft.com/office/drawing/2014/main" id="{7239B986-9667-44F0-8F7C-A01EBA1F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2590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Organizer creates a Draft and submits it to the assigned Approver.</a:t>
            </a:r>
          </a:p>
        </p:txBody>
      </p:sp>
      <p:sp>
        <p:nvSpPr>
          <p:cNvPr id="13" name="native-170">
            <a:extLst xmlns:a="http://schemas.openxmlformats.org/drawingml/2006/main">
              <a:ext uri="{FF2B5EF4-FFF2-40B4-BE49-F238E27FC236}">
                <a16:creationId xmlns:a16="http://schemas.microsoft.com/office/drawing/2014/main" id="{C78FED4A-9389-4E18-96E8-23C3179C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409950"/>
            <a:ext cx="4095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native-171">
            <a:extLst xmlns:a="http://schemas.openxmlformats.org/drawingml/2006/main">
              <a:ext uri="{FF2B5EF4-FFF2-40B4-BE49-F238E27FC236}">
                <a16:creationId xmlns:a16="http://schemas.microsoft.com/office/drawing/2014/main" id="{EF150EF1-7108-4997-885C-01871ECA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813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A4D94"/>
            </a:solidFill>
            <a:prstDash val="solid"/>
          </a:ln>
        </p:spPr>
      </p:sp>
      <p:sp>
        <p:nvSpPr>
          <p:cNvPr id="15" name="native-172">
            <a:extLst xmlns:a="http://schemas.openxmlformats.org/drawingml/2006/main">
              <a:ext uri="{FF2B5EF4-FFF2-40B4-BE49-F238E27FC236}">
                <a16:creationId xmlns:a16="http://schemas.microsoft.com/office/drawing/2014/main" id="{DBA8A915-804D-4B5C-A3C5-9943FDC7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30575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173">
            <a:extLst xmlns:a="http://schemas.openxmlformats.org/drawingml/2006/main">
              <a:ext uri="{FF2B5EF4-FFF2-40B4-BE49-F238E27FC236}">
                <a16:creationId xmlns:a16="http://schemas.microsoft.com/office/drawing/2014/main" id="{C9E7BD1E-169E-4950-B299-A993C339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0767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Review Approval</a:t>
            </a:r>
          </a:p>
        </p:txBody>
      </p:sp>
      <p:sp>
        <p:nvSpPr>
          <p:cNvPr id="17" name="native-174">
            <a:extLst xmlns:a="http://schemas.openxmlformats.org/drawingml/2006/main">
              <a:ext uri="{FF2B5EF4-FFF2-40B4-BE49-F238E27FC236}">
                <a16:creationId xmlns:a16="http://schemas.microsoft.com/office/drawing/2014/main" id="{3EA8E03C-C9C3-4E12-BCEE-6A449C75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43475"/>
            <a:ext cx="2590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Approver approves or rejects. A rejected Meeting can be revised and resubmitted.</a:t>
            </a:r>
          </a:p>
        </p:txBody>
      </p:sp>
      <p:sp>
        <p:nvSpPr>
          <p:cNvPr id="18" name="native-175">
            <a:extLst xmlns:a="http://schemas.openxmlformats.org/drawingml/2006/main">
              <a:ext uri="{FF2B5EF4-FFF2-40B4-BE49-F238E27FC236}">
                <a16:creationId xmlns:a16="http://schemas.microsoft.com/office/drawing/2014/main" id="{CE7C896E-0984-47BE-9D81-C998CF18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409950"/>
            <a:ext cx="4095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native-176">
            <a:extLst xmlns:a="http://schemas.openxmlformats.org/drawingml/2006/main">
              <a:ext uri="{FF2B5EF4-FFF2-40B4-BE49-F238E27FC236}">
                <a16:creationId xmlns:a16="http://schemas.microsoft.com/office/drawing/2014/main" id="{4C6F4E8D-7ADF-4A50-9EDB-650B504F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813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A4D94"/>
            </a:solidFill>
            <a:prstDash val="solid"/>
          </a:ln>
        </p:spPr>
      </p:sp>
      <p:sp>
        <p:nvSpPr>
          <p:cNvPr id="20" name="native-177">
            <a:extLst xmlns:a="http://schemas.openxmlformats.org/drawingml/2006/main">
              <a:ext uri="{FF2B5EF4-FFF2-40B4-BE49-F238E27FC236}">
                <a16:creationId xmlns:a16="http://schemas.microsoft.com/office/drawing/2014/main" id="{1DBDE88A-7790-4EED-9F8C-31969B99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0575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native-178">
            <a:extLst xmlns:a="http://schemas.openxmlformats.org/drawingml/2006/main">
              <a:ext uri="{FF2B5EF4-FFF2-40B4-BE49-F238E27FC236}">
                <a16:creationId xmlns:a16="http://schemas.microsoft.com/office/drawing/2014/main" id="{1382428F-7BCC-404B-B646-2F0C8645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767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Publish Meeting</a:t>
            </a:r>
          </a:p>
        </p:txBody>
      </p:sp>
      <p:sp>
        <p:nvSpPr>
          <p:cNvPr id="22" name="native-179">
            <a:extLst xmlns:a="http://schemas.openxmlformats.org/drawingml/2006/main">
              <a:ext uri="{FF2B5EF4-FFF2-40B4-BE49-F238E27FC236}">
                <a16:creationId xmlns:a16="http://schemas.microsoft.com/office/drawing/2014/main" id="{6FE3DFE4-1416-4F19-ACE4-4F9877C9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943475"/>
            <a:ext cx="2590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Organizer publishes only after approval and issues invitations.</a:t>
            </a:r>
          </a:p>
        </p:txBody>
      </p:sp>
      <p:sp>
        <p:nvSpPr>
          <p:cNvPr id="23" name="native-180">
            <a:extLst xmlns:a="http://schemas.openxmlformats.org/drawingml/2006/main">
              <a:ext uri="{FF2B5EF4-FFF2-40B4-BE49-F238E27FC236}">
                <a16:creationId xmlns:a16="http://schemas.microsoft.com/office/drawing/2014/main" id="{D0C712F6-0454-4953-AFEC-D0D15241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409950"/>
            <a:ext cx="4095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native-181">
            <a:extLst xmlns:a="http://schemas.openxmlformats.org/drawingml/2006/main">
              <a:ext uri="{FF2B5EF4-FFF2-40B4-BE49-F238E27FC236}">
                <a16:creationId xmlns:a16="http://schemas.microsoft.com/office/drawing/2014/main" id="{750FE7DC-C90A-437F-809E-0B05F822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7813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A4D94"/>
            </a:solidFill>
            <a:prstDash val="solid"/>
          </a:ln>
        </p:spPr>
      </p:sp>
      <p:sp>
        <p:nvSpPr>
          <p:cNvPr id="25" name="native-182">
            <a:extLst xmlns:a="http://schemas.openxmlformats.org/drawingml/2006/main">
              <a:ext uri="{FF2B5EF4-FFF2-40B4-BE49-F238E27FC236}">
                <a16:creationId xmlns:a16="http://schemas.microsoft.com/office/drawing/2014/main" id="{BFCC86B7-F0E0-496A-9F97-4C949571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0575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native-183">
            <a:extLst xmlns:a="http://schemas.openxmlformats.org/drawingml/2006/main">
              <a:ext uri="{FF2B5EF4-FFF2-40B4-BE49-F238E27FC236}">
                <a16:creationId xmlns:a16="http://schemas.microsoft.com/office/drawing/2014/main" id="{2BD0EB38-5027-4940-8741-946CE6FC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767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Prepare Materials</a:t>
            </a:r>
          </a:p>
        </p:txBody>
      </p:sp>
      <p:sp>
        <p:nvSpPr>
          <p:cNvPr id="27" name="native-184">
            <a:extLst xmlns:a="http://schemas.openxmlformats.org/drawingml/2006/main">
              <a:ext uri="{FF2B5EF4-FFF2-40B4-BE49-F238E27FC236}">
                <a16:creationId xmlns:a16="http://schemas.microsoft.com/office/drawing/2014/main" id="{4CC43D4E-B059-4F16-B73B-35C5252E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943475"/>
            <a:ext cx="2590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prepares agenda, participants, attendance and authorized documents.</a:t>
            </a:r>
          </a:p>
        </p:txBody>
      </p:sp>
    </p:spTree>
    <p:extLst>
      <p:ext uri="{BB962C8B-B14F-4D97-AF65-F5344CB8AC3E}">
        <p14:creationId xmlns:p14="http://schemas.microsoft.com/office/powerpoint/2010/main" val="2953384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native-185">
            <a:extLst xmlns:a="http://schemas.openxmlformats.org/drawingml/2006/main">
              <a:ext uri="{FF2B5EF4-FFF2-40B4-BE49-F238E27FC236}">
                <a16:creationId xmlns:a16="http://schemas.microsoft.com/office/drawing/2014/main" id="{6D47A185-6BF4-4CD8-870F-66251032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186">
            <a:extLst xmlns:a="http://schemas.openxmlformats.org/drawingml/2006/main">
              <a:ext uri="{FF2B5EF4-FFF2-40B4-BE49-F238E27FC236}">
                <a16:creationId xmlns:a16="http://schemas.microsoft.com/office/drawing/2014/main" id="{19EE67FE-E64B-4116-8123-A6858F9E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187">
            <a:extLst xmlns:a="http://schemas.openxmlformats.org/drawingml/2006/main">
              <a:ext uri="{FF2B5EF4-FFF2-40B4-BE49-F238E27FC236}">
                <a16:creationId xmlns:a16="http://schemas.microsoft.com/office/drawing/2014/main" id="{0AC97A91-6EBF-4920-AE1C-06329D52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188">
            <a:extLst xmlns:a="http://schemas.openxmlformats.org/drawingml/2006/main">
              <a:ext uri="{FF2B5EF4-FFF2-40B4-BE49-F238E27FC236}">
                <a16:creationId xmlns:a16="http://schemas.microsoft.com/office/drawing/2014/main" id="{22C650E6-CCE8-472C-9A85-94B8633B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12</a:t>
            </a:r>
          </a:p>
        </p:txBody>
      </p:sp>
      <p:sp>
        <p:nvSpPr>
          <p:cNvPr id="5" name="native-189">
            <a:extLst xmlns:a="http://schemas.openxmlformats.org/drawingml/2006/main">
              <a:ext uri="{FF2B5EF4-FFF2-40B4-BE49-F238E27FC236}">
                <a16:creationId xmlns:a16="http://schemas.microsoft.com/office/drawing/2014/main" id="{15F9DCE0-6304-4E9E-85B6-1E5A1EAA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— Meeting Execution &amp; </a:t>
            </a:r>
            <a:r>
              <a:rPr sz="30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Documentation</a:t>
            </a:r>
          </a:p>
        </p:txBody>
      </p:sp>
      <p:sp>
        <p:nvSpPr>
          <p:cNvPr id="6" name="native-190">
            <a:extLst xmlns:a="http://schemas.openxmlformats.org/drawingml/2006/main">
              <a:ext uri="{FF2B5EF4-FFF2-40B4-BE49-F238E27FC236}">
                <a16:creationId xmlns:a16="http://schemas.microsoft.com/office/drawing/2014/main" id="{72475EA3-F632-41E8-802D-382A7702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191">
            <a:extLst xmlns:a="http://schemas.openxmlformats.org/drawingml/2006/main">
              <a:ext uri="{FF2B5EF4-FFF2-40B4-BE49-F238E27FC236}">
                <a16:creationId xmlns:a16="http://schemas.microsoft.com/office/drawing/2014/main" id="{B8109A3E-F0D2-42B7-93D3-9B7AB70F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76425"/>
            <a:ext cx="12477750" cy="4705350"/>
          </a:xfrm>
          <a:prstGeom xmlns:a="http://schemas.openxmlformats.org/drawingml/2006/main" prst="roundRect">
            <a:avLst>
              <a:gd name="adj" fmla="val 1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4D94"/>
            </a:solidFill>
            <a:prstDash val="solid"/>
          </a:ln>
        </p:spPr>
      </p:sp>
      <p:sp>
        <p:nvSpPr>
          <p:cNvPr id="8" name="native-192">
            <a:extLst xmlns:a="http://schemas.openxmlformats.org/drawingml/2006/main">
              <a:ext uri="{FF2B5EF4-FFF2-40B4-BE49-F238E27FC236}">
                <a16:creationId xmlns:a16="http://schemas.microsoft.com/office/drawing/2014/main" id="{E7DA76F6-339F-41D6-AA7A-E7BA8C98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764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Completion Flow</a:t>
            </a:r>
          </a:p>
        </p:txBody>
      </p:sp>
      <p:sp>
        <p:nvSpPr>
          <p:cNvPr id="9" name="native-193">
            <a:extLst xmlns:a="http://schemas.openxmlformats.org/drawingml/2006/main">
              <a:ext uri="{FF2B5EF4-FFF2-40B4-BE49-F238E27FC236}">
                <a16:creationId xmlns:a16="http://schemas.microsoft.com/office/drawing/2014/main" id="{BC259D47-A49C-43FE-BFED-A74EDD98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A4D94"/>
            </a:solidFill>
            <a:prstDash val="solid"/>
          </a:ln>
        </p:spPr>
      </p:sp>
      <p:sp>
        <p:nvSpPr>
          <p:cNvPr id="10" name="native-194">
            <a:extLst xmlns:a="http://schemas.openxmlformats.org/drawingml/2006/main">
              <a:ext uri="{FF2B5EF4-FFF2-40B4-BE49-F238E27FC236}">
                <a16:creationId xmlns:a16="http://schemas.microsoft.com/office/drawing/2014/main" id="{02CA7342-EA44-46A3-95C5-B6F212DB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0575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native-195">
            <a:extLst xmlns:a="http://schemas.openxmlformats.org/drawingml/2006/main">
              <a:ext uri="{FF2B5EF4-FFF2-40B4-BE49-F238E27FC236}">
                <a16:creationId xmlns:a16="http://schemas.microsoft.com/office/drawing/2014/main" id="{5ADAFC87-6423-47E6-B791-758DBAE3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Conduct Meeting</a:t>
            </a:r>
          </a:p>
        </p:txBody>
      </p:sp>
      <p:sp>
        <p:nvSpPr>
          <p:cNvPr id="12" name="native-196">
            <a:extLst xmlns:a="http://schemas.openxmlformats.org/drawingml/2006/main">
              <a:ext uri="{FF2B5EF4-FFF2-40B4-BE49-F238E27FC236}">
                <a16:creationId xmlns:a16="http://schemas.microsoft.com/office/drawing/2014/main" id="{5D804E1D-C9CE-4781-A122-F86DBD26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2590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Chair runs the agenda and manages votes while the Meeting is InProgress.</a:t>
            </a:r>
          </a:p>
        </p:txBody>
      </p:sp>
      <p:sp>
        <p:nvSpPr>
          <p:cNvPr id="13" name="native-197">
            <a:extLst xmlns:a="http://schemas.openxmlformats.org/drawingml/2006/main">
              <a:ext uri="{FF2B5EF4-FFF2-40B4-BE49-F238E27FC236}">
                <a16:creationId xmlns:a16="http://schemas.microsoft.com/office/drawing/2014/main" id="{2703CBFE-AA42-4C6C-B2EC-4FE25CB8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409950"/>
            <a:ext cx="4095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native-198">
            <a:extLst xmlns:a="http://schemas.openxmlformats.org/drawingml/2006/main">
              <a:ext uri="{FF2B5EF4-FFF2-40B4-BE49-F238E27FC236}">
                <a16:creationId xmlns:a16="http://schemas.microsoft.com/office/drawing/2014/main" id="{CC9A0D9E-92FC-4B48-8333-439650D2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813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A4D94"/>
            </a:solidFill>
            <a:prstDash val="solid"/>
          </a:ln>
        </p:spPr>
      </p:sp>
      <p:sp>
        <p:nvSpPr>
          <p:cNvPr id="15" name="native-199">
            <a:extLst xmlns:a="http://schemas.openxmlformats.org/drawingml/2006/main">
              <a:ext uri="{FF2B5EF4-FFF2-40B4-BE49-F238E27FC236}">
                <a16:creationId xmlns:a16="http://schemas.microsoft.com/office/drawing/2014/main" id="{15C09FAC-C0ED-402E-B663-6C85A336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30575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200">
            <a:extLst xmlns:a="http://schemas.openxmlformats.org/drawingml/2006/main">
              <a:ext uri="{FF2B5EF4-FFF2-40B4-BE49-F238E27FC236}">
                <a16:creationId xmlns:a16="http://schemas.microsoft.com/office/drawing/2014/main" id="{5C8A2468-55FD-437C-B0BE-D24A0DDB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0767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Upload Audio</a:t>
            </a:r>
          </a:p>
        </p:txBody>
      </p:sp>
      <p:sp>
        <p:nvSpPr>
          <p:cNvPr id="17" name="native-201">
            <a:extLst xmlns:a="http://schemas.openxmlformats.org/drawingml/2006/main">
              <a:ext uri="{FF2B5EF4-FFF2-40B4-BE49-F238E27FC236}">
                <a16:creationId xmlns:a16="http://schemas.microsoft.com/office/drawing/2014/main" id="{E588328C-F5C8-4504-92A5-A982E56D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43475"/>
            <a:ext cx="2590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After Ended, Secretary uploads audio with consent and retention safeguards.</a:t>
            </a:r>
          </a:p>
        </p:txBody>
      </p:sp>
      <p:sp>
        <p:nvSpPr>
          <p:cNvPr id="18" name="native-202">
            <a:extLst xmlns:a="http://schemas.openxmlformats.org/drawingml/2006/main">
              <a:ext uri="{FF2B5EF4-FFF2-40B4-BE49-F238E27FC236}">
                <a16:creationId xmlns:a16="http://schemas.microsoft.com/office/drawing/2014/main" id="{2728A12F-9A06-4440-A774-5FB8CDF8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409950"/>
            <a:ext cx="4095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native-203">
            <a:extLst xmlns:a="http://schemas.openxmlformats.org/drawingml/2006/main">
              <a:ext uri="{FF2B5EF4-FFF2-40B4-BE49-F238E27FC236}">
                <a16:creationId xmlns:a16="http://schemas.microsoft.com/office/drawing/2014/main" id="{0DB9A1A4-9592-49F9-BA7B-DDDCB5DE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813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A4D94"/>
            </a:solidFill>
            <a:prstDash val="solid"/>
          </a:ln>
        </p:spPr>
      </p:sp>
      <p:sp>
        <p:nvSpPr>
          <p:cNvPr id="20" name="native-204">
            <a:extLst xmlns:a="http://schemas.openxmlformats.org/drawingml/2006/main">
              <a:ext uri="{FF2B5EF4-FFF2-40B4-BE49-F238E27FC236}">
                <a16:creationId xmlns:a16="http://schemas.microsoft.com/office/drawing/2014/main" id="{EFDF8274-7F8E-4F6B-ADC6-C1B058A1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0575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native-205">
            <a:extLst xmlns:a="http://schemas.openxmlformats.org/drawingml/2006/main">
              <a:ext uri="{FF2B5EF4-FFF2-40B4-BE49-F238E27FC236}">
                <a16:creationId xmlns:a16="http://schemas.microsoft.com/office/drawing/2014/main" id="{F5AB42FE-EC20-46CC-959B-76034F93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767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Review AI Output</a:t>
            </a:r>
          </a:p>
        </p:txBody>
      </p:sp>
      <p:sp>
        <p:nvSpPr>
          <p:cNvPr id="22" name="native-206">
            <a:extLst xmlns:a="http://schemas.openxmlformats.org/drawingml/2006/main">
              <a:ext uri="{FF2B5EF4-FFF2-40B4-BE49-F238E27FC236}">
                <a16:creationId xmlns:a16="http://schemas.microsoft.com/office/drawing/2014/main" id="{7E5CD8C9-E3E6-448C-B983-581EE00E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943475"/>
            <a:ext cx="2590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corrects transcript, requests summary, then edits, approves and publishes it.</a:t>
            </a:r>
          </a:p>
        </p:txBody>
      </p:sp>
      <p:sp>
        <p:nvSpPr>
          <p:cNvPr id="23" name="native-207">
            <a:extLst xmlns:a="http://schemas.openxmlformats.org/drawingml/2006/main">
              <a:ext uri="{FF2B5EF4-FFF2-40B4-BE49-F238E27FC236}">
                <a16:creationId xmlns:a16="http://schemas.microsoft.com/office/drawing/2014/main" id="{6FED4CE4-57BE-4532-AFAF-625AED4D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409950"/>
            <a:ext cx="4095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native-208">
            <a:extLst xmlns:a="http://schemas.openxmlformats.org/drawingml/2006/main">
              <a:ext uri="{FF2B5EF4-FFF2-40B4-BE49-F238E27FC236}">
                <a16:creationId xmlns:a16="http://schemas.microsoft.com/office/drawing/2014/main" id="{0BE367C6-2EF5-4CA7-B61A-12B20E67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7813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A4D94"/>
            </a:solidFill>
            <a:prstDash val="solid"/>
          </a:ln>
        </p:spPr>
      </p:sp>
      <p:sp>
        <p:nvSpPr>
          <p:cNvPr id="25" name="native-209">
            <a:extLst xmlns:a="http://schemas.openxmlformats.org/drawingml/2006/main">
              <a:ext uri="{FF2B5EF4-FFF2-40B4-BE49-F238E27FC236}">
                <a16:creationId xmlns:a16="http://schemas.microsoft.com/office/drawing/2014/main" id="{10229703-C859-4048-ACAB-BF12FBE0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0575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native-210">
            <a:extLst xmlns:a="http://schemas.openxmlformats.org/drawingml/2006/main">
              <a:ext uri="{FF2B5EF4-FFF2-40B4-BE49-F238E27FC236}">
                <a16:creationId xmlns:a16="http://schemas.microsoft.com/office/drawing/2014/main" id="{B85B899C-E2CB-404D-9D6E-7BF66087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767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Sign &amp; Seal</a:t>
            </a:r>
          </a:p>
        </p:txBody>
      </p:sp>
      <p:sp>
        <p:nvSpPr>
          <p:cNvPr id="27" name="native-211">
            <a:extLst xmlns:a="http://schemas.openxmlformats.org/drawingml/2006/main">
              <a:ext uri="{FF2B5EF4-FFF2-40B4-BE49-F238E27FC236}">
                <a16:creationId xmlns:a16="http://schemas.microsoft.com/office/drawing/2014/main" id="{461947DF-A6C0-4E3F-8AB2-31ADB14E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943475"/>
            <a:ext cx="2590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prepares minutes. Designated signers sign. Secretary seals after all sign.</a:t>
            </a:r>
          </a:p>
        </p:txBody>
      </p:sp>
    </p:spTree>
    <p:extLst>
      <p:ext uri="{BB962C8B-B14F-4D97-AF65-F5344CB8AC3E}">
        <p14:creationId xmlns:p14="http://schemas.microsoft.com/office/powerpoint/2010/main" val="11281066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native-212">
            <a:extLst xmlns:a="http://schemas.openxmlformats.org/drawingml/2006/main">
              <a:ext uri="{FF2B5EF4-FFF2-40B4-BE49-F238E27FC236}">
                <a16:creationId xmlns:a16="http://schemas.microsoft.com/office/drawing/2014/main" id="{96F19241-20BA-4AD9-A12D-9010FB55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213">
            <a:extLst xmlns:a="http://schemas.openxmlformats.org/drawingml/2006/main">
              <a:ext uri="{FF2B5EF4-FFF2-40B4-BE49-F238E27FC236}">
                <a16:creationId xmlns:a16="http://schemas.microsoft.com/office/drawing/2014/main" id="{B560844F-158C-4520-9A87-E36A395F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214">
            <a:extLst xmlns:a="http://schemas.openxmlformats.org/drawingml/2006/main">
              <a:ext uri="{FF2B5EF4-FFF2-40B4-BE49-F238E27FC236}">
                <a16:creationId xmlns:a16="http://schemas.microsoft.com/office/drawing/2014/main" id="{1DCEC84F-C069-4621-A8F8-1E268E57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215">
            <a:extLst xmlns:a="http://schemas.openxmlformats.org/drawingml/2006/main">
              <a:ext uri="{FF2B5EF4-FFF2-40B4-BE49-F238E27FC236}">
                <a16:creationId xmlns:a16="http://schemas.microsoft.com/office/drawing/2014/main" id="{C014700E-5526-4CD0-837D-EC885BFC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13</a:t>
            </a:r>
          </a:p>
        </p:txBody>
      </p:sp>
      <p:sp>
        <p:nvSpPr>
          <p:cNvPr id="5" name="native-216">
            <a:extLst xmlns:a="http://schemas.openxmlformats.org/drawingml/2006/main">
              <a:ext uri="{FF2B5EF4-FFF2-40B4-BE49-F238E27FC236}">
                <a16:creationId xmlns:a16="http://schemas.microsoft.com/office/drawing/2014/main" id="{0A2F3C46-2AC6-49FB-B5AD-8122FD9B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04. Major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6" name="native-217">
            <a:extLst xmlns:a="http://schemas.openxmlformats.org/drawingml/2006/main">
              <a:ext uri="{FF2B5EF4-FFF2-40B4-BE49-F238E27FC236}">
                <a16:creationId xmlns:a16="http://schemas.microsoft.com/office/drawing/2014/main" id="{6A15E233-F346-46E6-A977-D278E152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218">
            <a:extLst xmlns:a="http://schemas.openxmlformats.org/drawingml/2006/main">
              <a:ext uri="{FF2B5EF4-FFF2-40B4-BE49-F238E27FC236}">
                <a16:creationId xmlns:a16="http://schemas.microsoft.com/office/drawing/2014/main" id="{3BA4AC01-3434-41DB-B803-F31FA0A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290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Identity &amp; Access</a:t>
            </a:r>
          </a:p>
        </p:txBody>
      </p:sp>
      <p:sp>
        <p:nvSpPr>
          <p:cNvPr id="8" name="native-219">
            <a:extLst xmlns:a="http://schemas.openxmlformats.org/drawingml/2006/main">
              <a:ext uri="{FF2B5EF4-FFF2-40B4-BE49-F238E27FC236}">
                <a16:creationId xmlns:a16="http://schemas.microsoft.com/office/drawing/2014/main" id="{9C0AA10F-44DA-4409-95A7-8DEE0A10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38425"/>
            <a:ext cx="287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94"/>
            </a:solidFill>
            <a:prstDash val="solid"/>
          </a:ln>
        </p:spPr>
      </p:sp>
      <p:sp>
        <p:nvSpPr>
          <p:cNvPr id="9" name="native-220">
            <a:extLst xmlns:a="http://schemas.openxmlformats.org/drawingml/2006/main">
              <a:ext uri="{FF2B5EF4-FFF2-40B4-BE49-F238E27FC236}">
                <a16:creationId xmlns:a16="http://schemas.microsoft.com/office/drawing/2014/main" id="{20A38067-E8E8-41E3-AA70-4A38524A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337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FE-01 Authentication</a:t>
            </a:r>
          </a:p>
        </p:txBody>
      </p:sp>
      <p:sp>
        <p:nvSpPr>
          <p:cNvPr id="10" name="native-221">
            <a:extLst xmlns:a="http://schemas.openxmlformats.org/drawingml/2006/main">
              <a:ext uri="{FF2B5EF4-FFF2-40B4-BE49-F238E27FC236}">
                <a16:creationId xmlns:a16="http://schemas.microsoft.com/office/drawing/2014/main" id="{58E4FC53-3279-4C1B-99C9-00CE951D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718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FE-02 User &amp; Profile</a:t>
            </a:r>
          </a:p>
        </p:txBody>
      </p:sp>
      <p:sp>
        <p:nvSpPr>
          <p:cNvPr id="11" name="native-222">
            <a:extLst xmlns:a="http://schemas.openxmlformats.org/drawingml/2006/main">
              <a:ext uri="{FF2B5EF4-FFF2-40B4-BE49-F238E27FC236}">
                <a16:creationId xmlns:a16="http://schemas.microsoft.com/office/drawing/2014/main" id="{B7C6279B-2C14-443D-BAF4-BE5DECED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100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FE-03 Roles &amp; Capabilities</a:t>
            </a:r>
          </a:p>
        </p:txBody>
      </p:sp>
      <p:sp>
        <p:nvSpPr>
          <p:cNvPr id="12" name="native-223">
            <a:extLst xmlns:a="http://schemas.openxmlformats.org/drawingml/2006/main">
              <a:ext uri="{FF2B5EF4-FFF2-40B4-BE49-F238E27FC236}">
                <a16:creationId xmlns:a16="http://schemas.microsoft.com/office/drawing/2014/main" id="{86751335-EB1A-43EC-A2BD-477C2991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952625"/>
            <a:ext cx="290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Operations</a:t>
            </a:r>
          </a:p>
        </p:txBody>
      </p:sp>
      <p:sp>
        <p:nvSpPr>
          <p:cNvPr id="13" name="native-224">
            <a:extLst xmlns:a="http://schemas.openxmlformats.org/drawingml/2006/main">
              <a:ext uri="{FF2B5EF4-FFF2-40B4-BE49-F238E27FC236}">
                <a16:creationId xmlns:a16="http://schemas.microsoft.com/office/drawing/2014/main" id="{DB40F219-7964-4C8E-9E0E-1EE276B9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638425"/>
            <a:ext cx="287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94"/>
            </a:solidFill>
            <a:prstDash val="solid"/>
          </a:ln>
        </p:spPr>
      </p:sp>
      <p:sp>
        <p:nvSpPr>
          <p:cNvPr id="14" name="native-225">
            <a:extLst xmlns:a="http://schemas.openxmlformats.org/drawingml/2006/main">
              <a:ext uri="{FF2B5EF4-FFF2-40B4-BE49-F238E27FC236}">
                <a16:creationId xmlns:a16="http://schemas.microsoft.com/office/drawing/2014/main" id="{E3F609A6-B0BA-41DD-9512-42682490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FE-04 Meeting Management</a:t>
            </a:r>
          </a:p>
        </p:txBody>
      </p:sp>
      <p:sp>
        <p:nvSpPr>
          <p:cNvPr id="15" name="native-226">
            <a:extLst xmlns:a="http://schemas.openxmlformats.org/drawingml/2006/main">
              <a:ext uri="{FF2B5EF4-FFF2-40B4-BE49-F238E27FC236}">
                <a16:creationId xmlns:a16="http://schemas.microsoft.com/office/drawing/2014/main" id="{CA32C6F7-D8E8-4457-B5E9-0A98AE71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FE-05 Agenda</a:t>
            </a:r>
          </a:p>
        </p:txBody>
      </p:sp>
      <p:sp>
        <p:nvSpPr>
          <p:cNvPr id="16" name="native-227">
            <a:extLst xmlns:a="http://schemas.openxmlformats.org/drawingml/2006/main">
              <a:ext uri="{FF2B5EF4-FFF2-40B4-BE49-F238E27FC236}">
                <a16:creationId xmlns:a16="http://schemas.microsoft.com/office/drawing/2014/main" id="{55B7E0D1-E3D7-4D46-BBE0-2839DD73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100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FE-06 Participants</a:t>
            </a:r>
          </a:p>
        </p:txBody>
      </p:sp>
      <p:sp>
        <p:nvSpPr>
          <p:cNvPr id="17" name="native-228">
            <a:extLst xmlns:a="http://schemas.openxmlformats.org/drawingml/2006/main">
              <a:ext uri="{FF2B5EF4-FFF2-40B4-BE49-F238E27FC236}">
                <a16:creationId xmlns:a16="http://schemas.microsoft.com/office/drawing/2014/main" id="{5CA8EAED-33F9-4B04-8F71-6266D41A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82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FE-07 Documents</a:t>
            </a:r>
          </a:p>
        </p:txBody>
      </p:sp>
      <p:sp>
        <p:nvSpPr>
          <p:cNvPr id="18" name="native-229">
            <a:extLst xmlns:a="http://schemas.openxmlformats.org/drawingml/2006/main">
              <a:ext uri="{FF2B5EF4-FFF2-40B4-BE49-F238E27FC236}">
                <a16:creationId xmlns:a16="http://schemas.microsoft.com/office/drawing/2014/main" id="{65B299D3-C5D5-4C57-B45B-BCE14C6D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4864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FE-08 Online Meeting Room</a:t>
            </a:r>
          </a:p>
        </p:txBody>
      </p:sp>
      <p:sp>
        <p:nvSpPr>
          <p:cNvPr id="19" name="native-230">
            <a:extLst xmlns:a="http://schemas.openxmlformats.org/drawingml/2006/main">
              <a:ext uri="{FF2B5EF4-FFF2-40B4-BE49-F238E27FC236}">
                <a16:creationId xmlns:a16="http://schemas.microsoft.com/office/drawing/2014/main" id="{8C844D5F-195F-4ADA-BA9C-1983BD03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952625"/>
            <a:ext cx="290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Intelligence</a:t>
            </a:r>
          </a:p>
        </p:txBody>
      </p:sp>
      <p:sp>
        <p:nvSpPr>
          <p:cNvPr id="20" name="native-231">
            <a:extLst xmlns:a="http://schemas.openxmlformats.org/drawingml/2006/main">
              <a:ext uri="{FF2B5EF4-FFF2-40B4-BE49-F238E27FC236}">
                <a16:creationId xmlns:a16="http://schemas.microsoft.com/office/drawing/2014/main" id="{7D79CC77-44C2-4264-9A0C-BAF23847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638425"/>
            <a:ext cx="287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94"/>
            </a:solidFill>
            <a:prstDash val="solid"/>
          </a:ln>
        </p:spPr>
      </p:sp>
      <p:sp>
        <p:nvSpPr>
          <p:cNvPr id="21" name="native-232">
            <a:extLst xmlns:a="http://schemas.openxmlformats.org/drawingml/2006/main">
              <a:ext uri="{FF2B5EF4-FFF2-40B4-BE49-F238E27FC236}">
                <a16:creationId xmlns:a16="http://schemas.microsoft.com/office/drawing/2014/main" id="{40FEB26B-262D-4BB4-BBAA-33A6F61C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9337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FE-09 Audio Upload</a:t>
            </a:r>
          </a:p>
        </p:txBody>
      </p:sp>
      <p:sp>
        <p:nvSpPr>
          <p:cNvPr id="22" name="native-233">
            <a:extLst xmlns:a="http://schemas.openxmlformats.org/drawingml/2006/main">
              <a:ext uri="{FF2B5EF4-FFF2-40B4-BE49-F238E27FC236}">
                <a16:creationId xmlns:a16="http://schemas.microsoft.com/office/drawing/2014/main" id="{13ADA467-A2C3-40C9-974F-6ED0EDFB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5718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FE-10 Transcript &amp; Summary</a:t>
            </a:r>
          </a:p>
        </p:txBody>
      </p:sp>
      <p:sp>
        <p:nvSpPr>
          <p:cNvPr id="23" name="native-234">
            <a:extLst xmlns:a="http://schemas.openxmlformats.org/drawingml/2006/main">
              <a:ext uri="{FF2B5EF4-FFF2-40B4-BE49-F238E27FC236}">
                <a16:creationId xmlns:a16="http://schemas.microsoft.com/office/drawing/2014/main" id="{DC817DFA-0AB6-49C6-83D1-668165B4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952625"/>
            <a:ext cx="290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Governance &amp; Visibility</a:t>
            </a:r>
          </a:p>
        </p:txBody>
      </p:sp>
      <p:sp>
        <p:nvSpPr>
          <p:cNvPr id="24" name="native-235">
            <a:extLst xmlns:a="http://schemas.openxmlformats.org/drawingml/2006/main">
              <a:ext uri="{FF2B5EF4-FFF2-40B4-BE49-F238E27FC236}">
                <a16:creationId xmlns:a16="http://schemas.microsoft.com/office/drawing/2014/main" id="{832FC66E-A0AA-4E37-8832-563F6385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638425"/>
            <a:ext cx="287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94"/>
            </a:solidFill>
            <a:prstDash val="solid"/>
          </a:ln>
        </p:spPr>
      </p:sp>
      <p:sp>
        <p:nvSpPr>
          <p:cNvPr id="25" name="native-236">
            <a:extLst xmlns:a="http://schemas.openxmlformats.org/drawingml/2006/main">
              <a:ext uri="{FF2B5EF4-FFF2-40B4-BE49-F238E27FC236}">
                <a16:creationId xmlns:a16="http://schemas.microsoft.com/office/drawing/2014/main" id="{FAFBE3F2-3626-440F-ACCD-CD863D2D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9337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FE-11 Voting</a:t>
            </a:r>
          </a:p>
        </p:txBody>
      </p:sp>
      <p:sp>
        <p:nvSpPr>
          <p:cNvPr id="26" name="native-237">
            <a:extLst xmlns:a="http://schemas.openxmlformats.org/drawingml/2006/main">
              <a:ext uri="{FF2B5EF4-FFF2-40B4-BE49-F238E27FC236}">
                <a16:creationId xmlns:a16="http://schemas.microsoft.com/office/drawing/2014/main" id="{5D30BC08-B3F5-482B-978B-150DACD7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5718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FE-12 Minutes &amp; Signing</a:t>
            </a:r>
          </a:p>
        </p:txBody>
      </p:sp>
      <p:sp>
        <p:nvSpPr>
          <p:cNvPr id="27" name="native-238">
            <a:extLst xmlns:a="http://schemas.openxmlformats.org/drawingml/2006/main">
              <a:ext uri="{FF2B5EF4-FFF2-40B4-BE49-F238E27FC236}">
                <a16:creationId xmlns:a16="http://schemas.microsoft.com/office/drawing/2014/main" id="{5E4B2E35-74B5-46D2-B1F9-7FE0D6A9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2100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FE-13 Notifications</a:t>
            </a:r>
          </a:p>
        </p:txBody>
      </p:sp>
      <p:sp>
        <p:nvSpPr>
          <p:cNvPr id="28" name="native-239">
            <a:extLst xmlns:a="http://schemas.openxmlformats.org/drawingml/2006/main">
              <a:ext uri="{FF2B5EF4-FFF2-40B4-BE49-F238E27FC236}">
                <a16:creationId xmlns:a16="http://schemas.microsoft.com/office/drawing/2014/main" id="{D1F61B30-EBAB-4AB9-B6C5-456F9C7F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8482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FE-14 Dashboard</a:t>
            </a:r>
          </a:p>
        </p:txBody>
      </p:sp>
      <p:sp>
        <p:nvSpPr>
          <p:cNvPr id="29" name="native-240">
            <a:extLst xmlns:a="http://schemas.openxmlformats.org/drawingml/2006/main">
              <a:ext uri="{FF2B5EF4-FFF2-40B4-BE49-F238E27FC236}">
                <a16:creationId xmlns:a16="http://schemas.microsoft.com/office/drawing/2014/main" id="{11D2681A-9BBD-4E82-8F37-83EF2478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4864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FE-15 Reports</a:t>
            </a:r>
          </a:p>
        </p:txBody>
      </p:sp>
      <p:sp>
        <p:nvSpPr>
          <p:cNvPr id="30" name="native-241">
            <a:extLst xmlns:a="http://schemas.openxmlformats.org/drawingml/2006/main">
              <a:ext uri="{FF2B5EF4-FFF2-40B4-BE49-F238E27FC236}">
                <a16:creationId xmlns:a16="http://schemas.microsoft.com/office/drawing/2014/main" id="{865C6EE4-0D54-449B-A42F-72D9C394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72465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15 feature groups · 70 top-level Use Cases</a:t>
            </a:r>
          </a:p>
        </p:txBody>
      </p:sp>
    </p:spTree>
    <p:extLst>
      <p:ext uri="{BB962C8B-B14F-4D97-AF65-F5344CB8AC3E}">
        <p14:creationId xmlns:p14="http://schemas.microsoft.com/office/powerpoint/2010/main" val="13315594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native-242">
            <a:extLst xmlns:a="http://schemas.openxmlformats.org/drawingml/2006/main">
              <a:ext uri="{FF2B5EF4-FFF2-40B4-BE49-F238E27FC236}">
                <a16:creationId xmlns:a16="http://schemas.microsoft.com/office/drawing/2014/main" id="{8AF65E3C-AD9A-4404-9FB4-09213679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243">
            <a:extLst xmlns:a="http://schemas.openxmlformats.org/drawingml/2006/main">
              <a:ext uri="{FF2B5EF4-FFF2-40B4-BE49-F238E27FC236}">
                <a16:creationId xmlns:a16="http://schemas.microsoft.com/office/drawing/2014/main" id="{A5D23C7E-9FD9-4D2E-9138-AB974FEA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244">
            <a:extLst xmlns:a="http://schemas.openxmlformats.org/drawingml/2006/main">
              <a:ext uri="{FF2B5EF4-FFF2-40B4-BE49-F238E27FC236}">
                <a16:creationId xmlns:a16="http://schemas.microsoft.com/office/drawing/2014/main" id="{78B699EC-8CE1-46F5-8962-CB2FDB9C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245">
            <a:extLst xmlns:a="http://schemas.openxmlformats.org/drawingml/2006/main">
              <a:ext uri="{FF2B5EF4-FFF2-40B4-BE49-F238E27FC236}">
                <a16:creationId xmlns:a16="http://schemas.microsoft.com/office/drawing/2014/main" id="{85B7F0D9-9085-472A-A588-272F00F9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246">
            <a:extLst xmlns:a="http://schemas.openxmlformats.org/drawingml/2006/main">
              <a:ext uri="{FF2B5EF4-FFF2-40B4-BE49-F238E27FC236}">
                <a16:creationId xmlns:a16="http://schemas.microsoft.com/office/drawing/2014/main" id="{7FC3BCF9-8CA3-4317-927F-FF69A94A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247">
            <a:extLst xmlns:a="http://schemas.openxmlformats.org/drawingml/2006/main">
              <a:ext uri="{FF2B5EF4-FFF2-40B4-BE49-F238E27FC236}">
                <a16:creationId xmlns:a16="http://schemas.microsoft.com/office/drawing/2014/main" id="{BBE75B6C-53DA-48C3-BC60-1261DA65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14</a:t>
            </a:r>
          </a:p>
        </p:txBody>
      </p:sp>
      <p:sp>
        <p:nvSpPr>
          <p:cNvPr id="7" name="native-248">
            <a:extLst xmlns:a="http://schemas.openxmlformats.org/drawingml/2006/main">
              <a:ext uri="{FF2B5EF4-FFF2-40B4-BE49-F238E27FC236}">
                <a16:creationId xmlns:a16="http://schemas.microsoft.com/office/drawing/2014/main" id="{8C585CE5-646E-4658-B37D-80193745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05. Out Of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8" name="native-249">
            <a:extLst xmlns:a="http://schemas.openxmlformats.org/drawingml/2006/main">
              <a:ext uri="{FF2B5EF4-FFF2-40B4-BE49-F238E27FC236}">
                <a16:creationId xmlns:a16="http://schemas.microsoft.com/office/drawing/2014/main" id="{97D97CE9-7493-4EA9-B663-A2DD758F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9" name="native-250">
            <a:extLst xmlns:a="http://schemas.openxmlformats.org/drawingml/2006/main">
              <a:ext uri="{FF2B5EF4-FFF2-40B4-BE49-F238E27FC236}">
                <a16:creationId xmlns:a16="http://schemas.microsoft.com/office/drawing/2014/main" id="{778D3656-9755-4A74-8379-73E8B6FF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94310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native-251">
            <a:extLst xmlns:a="http://schemas.openxmlformats.org/drawingml/2006/main">
              <a:ext uri="{FF2B5EF4-FFF2-40B4-BE49-F238E27FC236}">
                <a16:creationId xmlns:a16="http://schemas.microsoft.com/office/drawing/2014/main" id="{37832730-2AB8-4479-8F00-26858874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1943100"/>
            <a:ext cx="1152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Automatic meeting recording, recording bots, live transcription and a real-time AI assistant.</a:t>
            </a:r>
          </a:p>
        </p:txBody>
      </p:sp>
      <p:sp>
        <p:nvSpPr>
          <p:cNvPr id="11" name="native-252">
            <a:extLst xmlns:a="http://schemas.openxmlformats.org/drawingml/2006/main">
              <a:ext uri="{FF2B5EF4-FFF2-40B4-BE49-F238E27FC236}">
                <a16:creationId xmlns:a16="http://schemas.microsoft.com/office/drawing/2014/main" id="{1DA0014E-51D6-4D57-99DF-556A8414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85750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253">
            <a:extLst xmlns:a="http://schemas.openxmlformats.org/drawingml/2006/main">
              <a:ext uri="{FF2B5EF4-FFF2-40B4-BE49-F238E27FC236}">
                <a16:creationId xmlns:a16="http://schemas.microsoft.com/office/drawing/2014/main" id="{56108C7A-2AE4-4104-A1BE-19E7A115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857500"/>
            <a:ext cx="115252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Task management, action-item tracking, assignees, due dates and completion monitoring.</a:t>
            </a:r>
          </a:p>
        </p:txBody>
      </p:sp>
      <p:sp>
        <p:nvSpPr>
          <p:cNvPr id="13" name="native-254">
            <a:extLst xmlns:a="http://schemas.openxmlformats.org/drawingml/2006/main">
              <a:ext uri="{FF2B5EF4-FFF2-40B4-BE49-F238E27FC236}">
                <a16:creationId xmlns:a16="http://schemas.microsoft.com/office/drawing/2014/main" id="{71014FF0-B0B5-4216-85D4-8C37D6D6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491865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255">
            <a:extLst xmlns:a="http://schemas.openxmlformats.org/drawingml/2006/main">
              <a:ext uri="{FF2B5EF4-FFF2-40B4-BE49-F238E27FC236}">
                <a16:creationId xmlns:a16="http://schemas.microsoft.com/office/drawing/2014/main" id="{75805D38-9BB5-4235-8F9F-0AF2D6EE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491865"/>
            <a:ext cx="1152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Voiceprint identification, multi-tenancy, organization units and native mobile applications.</a:t>
            </a:r>
          </a:p>
        </p:txBody>
      </p:sp>
      <p:sp>
        <p:nvSpPr>
          <p:cNvPr id="15" name="native-256">
            <a:extLst xmlns:a="http://schemas.openxmlformats.org/drawingml/2006/main">
              <a:ext uri="{FF2B5EF4-FFF2-40B4-BE49-F238E27FC236}">
                <a16:creationId xmlns:a16="http://schemas.microsoft.com/office/drawing/2014/main" id="{9B17C76D-3C1B-4053-97A9-ACAE4867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406265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native-257">
            <a:extLst xmlns:a="http://schemas.openxmlformats.org/drawingml/2006/main">
              <a:ext uri="{FF2B5EF4-FFF2-40B4-BE49-F238E27FC236}">
                <a16:creationId xmlns:a16="http://schemas.microsoft.com/office/drawing/2014/main" id="{A65F6CFE-F063-49B8-BC4F-C0C9229F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406265"/>
            <a:ext cx="1152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eOffice integration, real HSM or CA-issued digital signatures, and third-party conferencing integrations.</a:t>
            </a:r>
          </a:p>
        </p:txBody>
      </p:sp>
    </p:spTree>
    <p:extLst>
      <p:ext uri="{BB962C8B-B14F-4D97-AF65-F5344CB8AC3E}">
        <p14:creationId xmlns:p14="http://schemas.microsoft.com/office/powerpoint/2010/main" val="5309276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258">
            <a:extLst xmlns:a="http://schemas.openxmlformats.org/drawingml/2006/main">
              <a:ext uri="{FF2B5EF4-FFF2-40B4-BE49-F238E27FC236}">
                <a16:creationId xmlns:a16="http://schemas.microsoft.com/office/drawing/2014/main" id="{1658D62D-E622-4BC3-B67C-A40300DE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259">
            <a:extLst xmlns:a="http://schemas.openxmlformats.org/drawingml/2006/main">
              <a:ext uri="{FF2B5EF4-FFF2-40B4-BE49-F238E27FC236}">
                <a16:creationId xmlns:a16="http://schemas.microsoft.com/office/drawing/2014/main" id="{52122696-4A86-49CE-AFDC-89C9122E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260">
            <a:extLst xmlns:a="http://schemas.openxmlformats.org/drawingml/2006/main">
              <a:ext uri="{FF2B5EF4-FFF2-40B4-BE49-F238E27FC236}">
                <a16:creationId xmlns:a16="http://schemas.microsoft.com/office/drawing/2014/main" id="{3B632367-3D60-42D3-BEF5-D02E3C94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261">
            <a:extLst xmlns:a="http://schemas.openxmlformats.org/drawingml/2006/main">
              <a:ext uri="{FF2B5EF4-FFF2-40B4-BE49-F238E27FC236}">
                <a16:creationId xmlns:a16="http://schemas.microsoft.com/office/drawing/2014/main" id="{50776791-6B3D-4E6C-9DBD-2EF20B32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262">
            <a:extLst xmlns:a="http://schemas.openxmlformats.org/drawingml/2006/main">
              <a:ext uri="{FF2B5EF4-FFF2-40B4-BE49-F238E27FC236}">
                <a16:creationId xmlns:a16="http://schemas.microsoft.com/office/drawing/2014/main" id="{2AC7734A-20DA-49F6-B899-C69B9B4D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263">
            <a:extLst xmlns:a="http://schemas.openxmlformats.org/drawingml/2006/main">
              <a:ext uri="{FF2B5EF4-FFF2-40B4-BE49-F238E27FC236}">
                <a16:creationId xmlns:a16="http://schemas.microsoft.com/office/drawing/2014/main" id="{1281CEA6-E4C4-4920-8301-6D239AC4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15</a:t>
            </a:r>
          </a:p>
        </p:txBody>
      </p:sp>
      <p:sp>
        <p:nvSpPr>
          <p:cNvPr id="7" name="native-264">
            <a:extLst xmlns:a="http://schemas.openxmlformats.org/drawingml/2006/main">
              <a:ext uri="{FF2B5EF4-FFF2-40B4-BE49-F238E27FC236}">
                <a16:creationId xmlns:a16="http://schemas.microsoft.com/office/drawing/2014/main" id="{94C93B71-72D2-4F59-B9DC-8DBF0328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II. PROJECT MANAGEMENT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A22DA-E7FC-4D22-A52D-82B0127A01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3193a667b4cce"/>
          <a:stretch xmlns:a="http://schemas.openxmlformats.org/drawingml/2006/main"/>
        </p:blipFill>
        <p:spPr>
          <a:xfrm xmlns:a="http://schemas.openxmlformats.org/drawingml/2006/main">
            <a:off x="4486275" y="2228850"/>
            <a:ext cx="4743450" cy="4743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88938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4BEAA-203B-47BF-94F9-1F9A8C0D73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8b8c63a0c34ecd"/>
          <a:stretch xmlns:a="http://schemas.openxmlformats.org/drawingml/2006/main"/>
        </p:blipFill>
        <p:spPr>
          <a:xfrm xmlns:a="http://schemas.openxmlformats.org/drawingml/2006/main">
            <a:off x="128588" y="0"/>
            <a:ext cx="13458825" cy="771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9921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native-265">
            <a:extLst xmlns:a="http://schemas.openxmlformats.org/drawingml/2006/main">
              <a:ext uri="{FF2B5EF4-FFF2-40B4-BE49-F238E27FC236}">
                <a16:creationId xmlns:a16="http://schemas.microsoft.com/office/drawing/2014/main" id="{C84B775D-F378-49CB-942C-D1483F01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266">
            <a:extLst xmlns:a="http://schemas.openxmlformats.org/drawingml/2006/main">
              <a:ext uri="{FF2B5EF4-FFF2-40B4-BE49-F238E27FC236}">
                <a16:creationId xmlns:a16="http://schemas.microsoft.com/office/drawing/2014/main" id="{FFFBB313-E190-443E-8D43-5192E206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267">
            <a:extLst xmlns:a="http://schemas.openxmlformats.org/drawingml/2006/main">
              <a:ext uri="{FF2B5EF4-FFF2-40B4-BE49-F238E27FC236}">
                <a16:creationId xmlns:a16="http://schemas.microsoft.com/office/drawing/2014/main" id="{46587502-FCA7-4D95-A107-CDBFA458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268">
            <a:extLst xmlns:a="http://schemas.openxmlformats.org/drawingml/2006/main">
              <a:ext uri="{FF2B5EF4-FFF2-40B4-BE49-F238E27FC236}">
                <a16:creationId xmlns:a16="http://schemas.microsoft.com/office/drawing/2014/main" id="{7DE548B2-7FCA-4490-9864-9438F6DC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269">
            <a:extLst xmlns:a="http://schemas.openxmlformats.org/drawingml/2006/main">
              <a:ext uri="{FF2B5EF4-FFF2-40B4-BE49-F238E27FC236}">
                <a16:creationId xmlns:a16="http://schemas.microsoft.com/office/drawing/2014/main" id="{71B33D5C-291B-471E-9D14-826078B7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270">
            <a:extLst xmlns:a="http://schemas.openxmlformats.org/drawingml/2006/main">
              <a:ext uri="{FF2B5EF4-FFF2-40B4-BE49-F238E27FC236}">
                <a16:creationId xmlns:a16="http://schemas.microsoft.com/office/drawing/2014/main" id="{F89443CE-4C2C-48FF-B965-0951CC76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17</a:t>
            </a:r>
          </a:p>
        </p:txBody>
      </p:sp>
      <p:sp>
        <p:nvSpPr>
          <p:cNvPr id="7" name="native-271">
            <a:extLst xmlns:a="http://schemas.openxmlformats.org/drawingml/2006/main">
              <a:ext uri="{FF2B5EF4-FFF2-40B4-BE49-F238E27FC236}">
                <a16:creationId xmlns:a16="http://schemas.microsoft.com/office/drawing/2014/main" id="{918BFB05-00F7-4B59-A524-A404A654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TIMELINE</a:t>
            </a:r>
          </a:p>
        </p:txBody>
      </p:sp>
      <p:sp>
        <p:nvSpPr>
          <p:cNvPr id="8" name="native-272">
            <a:extLst xmlns:a="http://schemas.openxmlformats.org/drawingml/2006/main">
              <a:ext uri="{FF2B5EF4-FFF2-40B4-BE49-F238E27FC236}">
                <a16:creationId xmlns:a16="http://schemas.microsoft.com/office/drawing/2014/main" id="{3643C213-7BEF-4BC0-B04D-8E69A742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714625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PLANNING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14–20 Sep 2026</a:t>
            </a:r>
          </a:p>
        </p:txBody>
      </p:sp>
      <p:sp>
        <p:nvSpPr>
          <p:cNvPr id="9" name="native-273">
            <a:extLst xmlns:a="http://schemas.openxmlformats.org/drawingml/2006/main">
              <a:ext uri="{FF2B5EF4-FFF2-40B4-BE49-F238E27FC236}">
                <a16:creationId xmlns:a16="http://schemas.microsoft.com/office/drawing/2014/main" id="{5AA5858A-A886-464C-B7BA-47526B30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14675"/>
            <a:ext cx="26003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Environment &amp; feasibility</a:t>
            </a:r>
          </a:p>
        </p:txBody>
      </p:sp>
      <p:sp>
        <p:nvSpPr>
          <p:cNvPr id="10" name="native-274">
            <a:extLst xmlns:a="http://schemas.openxmlformats.org/drawingml/2006/main">
              <a:ext uri="{FF2B5EF4-FFF2-40B4-BE49-F238E27FC236}">
                <a16:creationId xmlns:a16="http://schemas.microsoft.com/office/drawing/2014/main" id="{ACB3EEC5-8348-44E2-AA65-E6CA6E14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000250"/>
            <a:ext cx="2714625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1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21 Sep–4 Oct 2026</a:t>
            </a:r>
          </a:p>
        </p:txBody>
      </p:sp>
      <p:sp>
        <p:nvSpPr>
          <p:cNvPr id="11" name="native-275">
            <a:extLst xmlns:a="http://schemas.openxmlformats.org/drawingml/2006/main">
              <a:ext uri="{FF2B5EF4-FFF2-40B4-BE49-F238E27FC236}">
                <a16:creationId xmlns:a16="http://schemas.microsoft.com/office/drawing/2014/main" id="{C5AA90F4-2170-4D06-A80D-D55331C7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14675"/>
            <a:ext cx="26003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Identity &amp; Access</a:t>
            </a:r>
          </a:p>
        </p:txBody>
      </p:sp>
      <p:sp>
        <p:nvSpPr>
          <p:cNvPr id="12" name="native-276">
            <a:extLst xmlns:a="http://schemas.openxmlformats.org/drawingml/2006/main">
              <a:ext uri="{FF2B5EF4-FFF2-40B4-BE49-F238E27FC236}">
                <a16:creationId xmlns:a16="http://schemas.microsoft.com/office/drawing/2014/main" id="{E726E2BC-CFD9-44AF-A3BC-BA56E02B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00250"/>
            <a:ext cx="2714625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2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5–18 Oct 2026</a:t>
            </a:r>
          </a:p>
        </p:txBody>
      </p:sp>
      <p:sp>
        <p:nvSpPr>
          <p:cNvPr id="13" name="native-277">
            <a:extLst xmlns:a="http://schemas.openxmlformats.org/drawingml/2006/main">
              <a:ext uri="{FF2B5EF4-FFF2-40B4-BE49-F238E27FC236}">
                <a16:creationId xmlns:a16="http://schemas.microsoft.com/office/drawing/2014/main" id="{808562DC-78F7-4DB2-A409-7E712D93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26003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Meetings, Documents &amp; Notifications</a:t>
            </a:r>
          </a:p>
        </p:txBody>
      </p:sp>
      <p:sp>
        <p:nvSpPr>
          <p:cNvPr id="14" name="native-278">
            <a:extLst xmlns:a="http://schemas.openxmlformats.org/drawingml/2006/main">
              <a:ext uri="{FF2B5EF4-FFF2-40B4-BE49-F238E27FC236}">
                <a16:creationId xmlns:a16="http://schemas.microsoft.com/office/drawing/2014/main" id="{0980E6BE-1995-404B-9F7C-178A5045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000250"/>
            <a:ext cx="2714625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3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19 Oct–1 Nov 2026</a:t>
            </a:r>
          </a:p>
        </p:txBody>
      </p:sp>
      <p:sp>
        <p:nvSpPr>
          <p:cNvPr id="15" name="native-279">
            <a:extLst xmlns:a="http://schemas.openxmlformats.org/drawingml/2006/main">
              <a:ext uri="{FF2B5EF4-FFF2-40B4-BE49-F238E27FC236}">
                <a16:creationId xmlns:a16="http://schemas.microsoft.com/office/drawing/2014/main" id="{2BDB10F5-F1DE-481D-93AA-E278D53F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114675"/>
            <a:ext cx="26003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Audio &amp; AI</a:t>
            </a:r>
          </a:p>
        </p:txBody>
      </p:sp>
      <p:sp>
        <p:nvSpPr>
          <p:cNvPr id="16" name="native-280">
            <a:extLst xmlns:a="http://schemas.openxmlformats.org/drawingml/2006/main">
              <a:ext uri="{FF2B5EF4-FFF2-40B4-BE49-F238E27FC236}">
                <a16:creationId xmlns:a16="http://schemas.microsoft.com/office/drawing/2014/main" id="{FBC81EDE-BA48-4AE8-901A-C04683CD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533900"/>
            <a:ext cx="2714625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4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2–15 Nov 2026</a:t>
            </a:r>
          </a:p>
        </p:txBody>
      </p:sp>
      <p:sp>
        <p:nvSpPr>
          <p:cNvPr id="17" name="native-281">
            <a:extLst xmlns:a="http://schemas.openxmlformats.org/drawingml/2006/main">
              <a:ext uri="{FF2B5EF4-FFF2-40B4-BE49-F238E27FC236}">
                <a16:creationId xmlns:a16="http://schemas.microsoft.com/office/drawing/2014/main" id="{8DB3C71B-1EC5-4F17-A821-9672256D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648325"/>
            <a:ext cx="26003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Online Meeting Room</a:t>
            </a:r>
          </a:p>
        </p:txBody>
      </p:sp>
      <p:sp>
        <p:nvSpPr>
          <p:cNvPr id="18" name="native-282">
            <a:extLst xmlns:a="http://schemas.openxmlformats.org/drawingml/2006/main">
              <a:ext uri="{FF2B5EF4-FFF2-40B4-BE49-F238E27FC236}">
                <a16:creationId xmlns:a16="http://schemas.microsoft.com/office/drawing/2014/main" id="{BEBF713D-7E09-42BD-9F14-E73FBB45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533900"/>
            <a:ext cx="2714625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5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16–29 Nov 2026</a:t>
            </a:r>
          </a:p>
        </p:txBody>
      </p:sp>
      <p:sp>
        <p:nvSpPr>
          <p:cNvPr id="19" name="native-283">
            <a:extLst xmlns:a="http://schemas.openxmlformats.org/drawingml/2006/main">
              <a:ext uri="{FF2B5EF4-FFF2-40B4-BE49-F238E27FC236}">
                <a16:creationId xmlns:a16="http://schemas.microsoft.com/office/drawing/2014/main" id="{F283D0AF-7DEE-4081-880B-79CE60DE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648325"/>
            <a:ext cx="26003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Voting &amp; Minutes</a:t>
            </a:r>
          </a:p>
        </p:txBody>
      </p:sp>
      <p:sp>
        <p:nvSpPr>
          <p:cNvPr id="20" name="native-284">
            <a:extLst xmlns:a="http://schemas.openxmlformats.org/drawingml/2006/main">
              <a:ext uri="{FF2B5EF4-FFF2-40B4-BE49-F238E27FC236}">
                <a16:creationId xmlns:a16="http://schemas.microsoft.com/office/drawing/2014/main" id="{98B00D64-84F7-4BA7-A311-B49E2AE4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533900"/>
            <a:ext cx="2714625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6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30 Nov–13 Dec 2026</a:t>
            </a:r>
          </a:p>
        </p:txBody>
      </p:sp>
      <p:sp>
        <p:nvSpPr>
          <p:cNvPr id="21" name="native-285">
            <a:extLst xmlns:a="http://schemas.openxmlformats.org/drawingml/2006/main">
              <a:ext uri="{FF2B5EF4-FFF2-40B4-BE49-F238E27FC236}">
                <a16:creationId xmlns:a16="http://schemas.microsoft.com/office/drawing/2014/main" id="{692F56E8-2163-4B45-A31B-234AFA8E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648325"/>
            <a:ext cx="26003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Dashboard &amp; Reports</a:t>
            </a:r>
          </a:p>
        </p:txBody>
      </p:sp>
      <p:sp>
        <p:nvSpPr>
          <p:cNvPr id="22" name="native-286">
            <a:extLst xmlns:a="http://schemas.openxmlformats.org/drawingml/2006/main">
              <a:ext uri="{FF2B5EF4-FFF2-40B4-BE49-F238E27FC236}">
                <a16:creationId xmlns:a16="http://schemas.microsoft.com/office/drawing/2014/main" id="{5005946D-618A-4C67-9034-E256D35A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2714625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DEPLOYMENT</a:t>
            </a:r>
          </a:p>
          <a:p xmlns:a="http://schemas.openxmlformats.org/drawingml/2006/main"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14–27 Dec 2026</a:t>
            </a:r>
          </a:p>
        </p:txBody>
      </p:sp>
      <p:sp>
        <p:nvSpPr>
          <p:cNvPr id="23" name="native-287">
            <a:extLst xmlns:a="http://schemas.openxmlformats.org/drawingml/2006/main">
              <a:ext uri="{FF2B5EF4-FFF2-40B4-BE49-F238E27FC236}">
                <a16:creationId xmlns:a16="http://schemas.microsoft.com/office/drawing/2014/main" id="{4677A96D-D30F-423B-919E-7FE59373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26003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Acceptance &amp; Handover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C2CDA4-D19D-4081-A227-AE520E29753D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476625" y="2443163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A7C8D-1043-469F-8DBB-BAE68DBB476D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696075" y="2443163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305174-3ECB-485A-855E-F4A74ABE6E99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915525" y="2443163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E319F8-F486-489A-ACFB-28FA4D616E48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6" idx="3"/>
          </p:cNvCxnSpPr>
          <p:nvPr/>
        </p:nvCxnSpPr>
        <p:spPr>
          <a:xfrm xmlns:a="http://schemas.openxmlformats.org/drawingml/2006/main">
            <a:off x="13134975" y="2443163"/>
            <a:ext cx="228600" cy="253365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758E23-6766-4CF3-B3FD-69BFD0114F21}"/>
              </a:ext>
            </a:extLst>
          </p:cNvPr>
          <p:cNvCxnSpPr>
            <a:stCxn xmlns:a="http://schemas.openxmlformats.org/drawingml/2006/main" id="16" idx="1"/>
            <a:endCxn xmlns:a="http://schemas.openxmlformats.org/drawingml/2006/main" id="18" idx="3"/>
          </p:cNvCxnSpPr>
          <p:nvPr/>
        </p:nvCxnSpPr>
        <p:spPr>
          <a:xfrm xmlns:a="http://schemas.openxmlformats.org/drawingml/2006/main" flipH="1">
            <a:off x="9915525" y="4976813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77CEC2-0B8B-4B8C-B36B-747C9D042CF0}"/>
              </a:ext>
            </a:extLst>
          </p:cNvPr>
          <p:cNvCxnSpPr>
            <a:stCxn xmlns:a="http://schemas.openxmlformats.org/drawingml/2006/main" id="18" idx="1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6696075" y="4976813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E12544-F6AA-45DD-966A-A4DE5D464189}"/>
              </a:ext>
            </a:extLst>
          </p:cNvPr>
          <p:cNvCxnSpPr>
            <a:stCxn xmlns:a="http://schemas.openxmlformats.org/drawingml/2006/main" id="20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3476625" y="4976813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sp>
        <p:nvSpPr>
          <p:cNvPr id="31" name="native-288">
            <a:extLst xmlns:a="http://schemas.openxmlformats.org/drawingml/2006/main">
              <a:ext uri="{FF2B5EF4-FFF2-40B4-BE49-F238E27FC236}">
                <a16:creationId xmlns:a16="http://schemas.microsoft.com/office/drawing/2014/main" id="{E5EC1DC3-99DB-415B-B000-E326D2D8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029450"/>
            <a:ext cx="11620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Planned delivery baseline · 14 September–27 December 2026</a:t>
            </a:r>
          </a:p>
        </p:txBody>
      </p:sp>
    </p:spTree>
    <p:extLst>
      <p:ext uri="{BB962C8B-B14F-4D97-AF65-F5344CB8AC3E}">
        <p14:creationId xmlns:p14="http://schemas.microsoft.com/office/powerpoint/2010/main" val="15191519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native-289">
            <a:extLst xmlns:a="http://schemas.openxmlformats.org/drawingml/2006/main">
              <a:ext uri="{FF2B5EF4-FFF2-40B4-BE49-F238E27FC236}">
                <a16:creationId xmlns:a16="http://schemas.microsoft.com/office/drawing/2014/main" id="{DFDFD0DC-6F94-45AF-8A54-C50EEDE0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290">
            <a:extLst xmlns:a="http://schemas.openxmlformats.org/drawingml/2006/main">
              <a:ext uri="{FF2B5EF4-FFF2-40B4-BE49-F238E27FC236}">
                <a16:creationId xmlns:a16="http://schemas.microsoft.com/office/drawing/2014/main" id="{64E2BCBF-5594-459C-9B34-B62ACAE3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291">
            <a:extLst xmlns:a="http://schemas.openxmlformats.org/drawingml/2006/main">
              <a:ext uri="{FF2B5EF4-FFF2-40B4-BE49-F238E27FC236}">
                <a16:creationId xmlns:a16="http://schemas.microsoft.com/office/drawing/2014/main" id="{E66BF699-EB8B-476B-BCC4-AA19A9C2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292">
            <a:extLst xmlns:a="http://schemas.openxmlformats.org/drawingml/2006/main">
              <a:ext uri="{FF2B5EF4-FFF2-40B4-BE49-F238E27FC236}">
                <a16:creationId xmlns:a16="http://schemas.microsoft.com/office/drawing/2014/main" id="{55118AF3-490A-4B17-AEDC-1D2D8303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293">
            <a:extLst xmlns:a="http://schemas.openxmlformats.org/drawingml/2006/main">
              <a:ext uri="{FF2B5EF4-FFF2-40B4-BE49-F238E27FC236}">
                <a16:creationId xmlns:a16="http://schemas.microsoft.com/office/drawing/2014/main" id="{A4934B2B-8790-4120-A8CF-8A12B6CB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294">
            <a:extLst xmlns:a="http://schemas.openxmlformats.org/drawingml/2006/main">
              <a:ext uri="{FF2B5EF4-FFF2-40B4-BE49-F238E27FC236}">
                <a16:creationId xmlns:a16="http://schemas.microsoft.com/office/drawing/2014/main" id="{CAF1A91C-0FCA-4BFF-AEFA-327E55E2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18</a:t>
            </a:r>
          </a:p>
        </p:txBody>
      </p:sp>
      <p:sp>
        <p:nvSpPr>
          <p:cNvPr id="7" name="native-295">
            <a:extLst xmlns:a="http://schemas.openxmlformats.org/drawingml/2006/main">
              <a:ext uri="{FF2B5EF4-FFF2-40B4-BE49-F238E27FC236}">
                <a16:creationId xmlns:a16="http://schemas.microsoft.com/office/drawing/2014/main" id="{717E9A73-48E9-4C47-8B69-3A2C2BD5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PLANNING &amp;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CAPACITY</a:t>
            </a:r>
          </a:p>
        </p:txBody>
      </p:sp>
      <p:sp>
        <p:nvSpPr>
          <p:cNvPr id="8" name="native-296">
            <a:extLst xmlns:a="http://schemas.openxmlformats.org/drawingml/2006/main">
              <a:ext uri="{FF2B5EF4-FFF2-40B4-BE49-F238E27FC236}">
                <a16:creationId xmlns:a16="http://schemas.microsoft.com/office/drawing/2014/main" id="{63301E76-36C8-47B1-82E8-5EAFE9B7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47775"/>
            <a:ext cx="928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C7709-474A-4E30-BC00-6FBACFB09C58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5810250" cy="4476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3190875"/>
              </a:tblGrid>
              <a:tr h="746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Capacity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Baseline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5 part-time members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Duration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15 weeks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Gross effort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262.5 person-days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Effective capacity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210 person-days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Buffer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52.5 person-days (20%)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ative-297">
            <a:extLst xmlns:a="http://schemas.openxmlformats.org/drawingml/2006/main">
              <a:ext uri="{FF2B5EF4-FFF2-40B4-BE49-F238E27FC236}">
                <a16:creationId xmlns:a16="http://schemas.microsoft.com/office/drawing/2014/main" id="{5A531A14-997B-42AC-92FC-8379FC98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981200"/>
            <a:ext cx="5400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INITIAL PLANNING</a:t>
            </a:r>
          </a:p>
        </p:txBody>
      </p:sp>
      <p:sp>
        <p:nvSpPr>
          <p:cNvPr id="11" name="native-298">
            <a:extLst xmlns:a="http://schemas.openxmlformats.org/drawingml/2006/main">
              <a:ext uri="{FF2B5EF4-FFF2-40B4-BE49-F238E27FC236}">
                <a16:creationId xmlns:a16="http://schemas.microsoft.com/office/drawing/2014/main" id="{27FB8E0C-1E6F-4720-A884-7CCD413D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8605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299">
            <a:extLst xmlns:a="http://schemas.openxmlformats.org/drawingml/2006/main">
              <a:ext uri="{FF2B5EF4-FFF2-40B4-BE49-F238E27FC236}">
                <a16:creationId xmlns:a16="http://schemas.microsoft.com/office/drawing/2014/main" id="{7943DD6F-85F5-46DE-A952-D6EAFE47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86050"/>
            <a:ext cx="53340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Development environment and repository conventions</a:t>
            </a:r>
          </a:p>
        </p:txBody>
      </p:sp>
      <p:sp>
        <p:nvSpPr>
          <p:cNvPr id="13" name="native-300">
            <a:extLst xmlns:a="http://schemas.openxmlformats.org/drawingml/2006/main">
              <a:ext uri="{FF2B5EF4-FFF2-40B4-BE49-F238E27FC236}">
                <a16:creationId xmlns:a16="http://schemas.microsoft.com/office/drawing/2014/main" id="{4F63C5DC-EFE7-457B-9656-74D6BBD5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81388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301">
            <a:extLst xmlns:a="http://schemas.openxmlformats.org/drawingml/2006/main">
              <a:ext uri="{FF2B5EF4-FFF2-40B4-BE49-F238E27FC236}">
                <a16:creationId xmlns:a16="http://schemas.microsoft.com/office/drawing/2014/main" id="{1F7827E8-F91E-4363-89FB-CCC2C466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81388"/>
            <a:ext cx="5334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Architecture and processing boundaries</a:t>
            </a:r>
          </a:p>
        </p:txBody>
      </p:sp>
      <p:sp>
        <p:nvSpPr>
          <p:cNvPr id="15" name="native-302">
            <a:extLst xmlns:a="http://schemas.openxmlformats.org/drawingml/2006/main">
              <a:ext uri="{FF2B5EF4-FFF2-40B4-BE49-F238E27FC236}">
                <a16:creationId xmlns:a16="http://schemas.microsoft.com/office/drawing/2014/main" id="{43DAE228-1900-48B6-90F1-545B91C4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26694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native-303">
            <a:extLst xmlns:a="http://schemas.openxmlformats.org/drawingml/2006/main">
              <a:ext uri="{FF2B5EF4-FFF2-40B4-BE49-F238E27FC236}">
                <a16:creationId xmlns:a16="http://schemas.microsoft.com/office/drawing/2014/main" id="{956C0DC7-18A5-4255-B582-6031444C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26694"/>
            <a:ext cx="5334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Media and Vietnamese transcription feasibility</a:t>
            </a:r>
          </a:p>
        </p:txBody>
      </p:sp>
      <p:sp>
        <p:nvSpPr>
          <p:cNvPr id="17" name="native-304">
            <a:extLst xmlns:a="http://schemas.openxmlformats.org/drawingml/2006/main">
              <a:ext uri="{FF2B5EF4-FFF2-40B4-BE49-F238E27FC236}">
                <a16:creationId xmlns:a16="http://schemas.microsoft.com/office/drawing/2014/main" id="{248402E2-FEAC-4A83-9A9F-2005183C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native-305">
            <a:extLst xmlns:a="http://schemas.openxmlformats.org/drawingml/2006/main">
              <a:ext uri="{FF2B5EF4-FFF2-40B4-BE49-F238E27FC236}">
                <a16:creationId xmlns:a16="http://schemas.microsoft.com/office/drawing/2014/main" id="{16648D60-2911-4A64-852E-F12F51C1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72000"/>
            <a:ext cx="5334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Acceptance thresholds and first UI mock-ups</a:t>
            </a:r>
          </a:p>
        </p:txBody>
      </p:sp>
    </p:spTree>
    <p:extLst>
      <p:ext uri="{BB962C8B-B14F-4D97-AF65-F5344CB8AC3E}">
        <p14:creationId xmlns:p14="http://schemas.microsoft.com/office/powerpoint/2010/main" val="124322563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native-306">
            <a:extLst xmlns:a="http://schemas.openxmlformats.org/drawingml/2006/main">
              <a:ext uri="{FF2B5EF4-FFF2-40B4-BE49-F238E27FC236}">
                <a16:creationId xmlns:a16="http://schemas.microsoft.com/office/drawing/2014/main" id="{309033D3-7206-4C68-9C91-FA5AA59E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07">
            <a:extLst xmlns:a="http://schemas.openxmlformats.org/drawingml/2006/main">
              <a:ext uri="{FF2B5EF4-FFF2-40B4-BE49-F238E27FC236}">
                <a16:creationId xmlns:a16="http://schemas.microsoft.com/office/drawing/2014/main" id="{632CD2E6-05B9-4520-B80F-4184A56C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08">
            <a:extLst xmlns:a="http://schemas.openxmlformats.org/drawingml/2006/main">
              <a:ext uri="{FF2B5EF4-FFF2-40B4-BE49-F238E27FC236}">
                <a16:creationId xmlns:a16="http://schemas.microsoft.com/office/drawing/2014/main" id="{19F9D951-E672-481E-AD18-D592BD2C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09">
            <a:extLst xmlns:a="http://schemas.openxmlformats.org/drawingml/2006/main">
              <a:ext uri="{FF2B5EF4-FFF2-40B4-BE49-F238E27FC236}">
                <a16:creationId xmlns:a16="http://schemas.microsoft.com/office/drawing/2014/main" id="{A508F077-59A1-471A-83B2-DDFA4898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19</a:t>
            </a:r>
          </a:p>
        </p:txBody>
      </p:sp>
      <p:sp>
        <p:nvSpPr>
          <p:cNvPr id="5" name="native-310">
            <a:extLst xmlns:a="http://schemas.openxmlformats.org/drawingml/2006/main">
              <a:ext uri="{FF2B5EF4-FFF2-40B4-BE49-F238E27FC236}">
                <a16:creationId xmlns:a16="http://schemas.microsoft.com/office/drawing/2014/main" id="{F9CE509C-142F-4849-9475-15FF6DBD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PROGRESS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REPORTING</a:t>
            </a:r>
          </a:p>
        </p:txBody>
      </p:sp>
      <p:sp>
        <p:nvSpPr>
          <p:cNvPr id="6" name="native-311">
            <a:extLst xmlns:a="http://schemas.openxmlformats.org/drawingml/2006/main">
              <a:ext uri="{FF2B5EF4-FFF2-40B4-BE49-F238E27FC236}">
                <a16:creationId xmlns:a16="http://schemas.microsoft.com/office/drawing/2014/main" id="{0B69413F-E14A-4F73-B81C-DE468C89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47775"/>
            <a:ext cx="928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46FF4-7E19-4C96-B5F0-EF2FCAFD512D}"/>
              </a:ext>
            </a:extLst>
          </p:cNvPr>
          <p:cNvGraphicFramePr/>
          <p:nvPr/>
        </p:nvGraphicFramePr>
        <p:xfrm>
          <a:off xmlns:a="http://schemas.openxmlformats.org/drawingml/2006/main" x="733425" y="2000250"/>
          <a:ext xmlns:a="http://schemas.openxmlformats.org/drawingml/2006/main" cx="12239625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95625"/>
                <a:gridCol w="9144000"/>
              </a:tblGrid>
              <a:tr h="75438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Jira record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team records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Requirement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Use Case, owner and acceptance criteria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Progress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Completed work, current stage and remaining work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Blocker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Problem, impact, owner and next action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Change note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Requirement change, reason and affected documents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sp>
        <p:nvSpPr>
          <p:cNvPr id="8" name="native-312">
            <a:extLst xmlns:a="http://schemas.openxmlformats.org/drawingml/2006/main">
              <a:ext uri="{FF2B5EF4-FFF2-40B4-BE49-F238E27FC236}">
                <a16:creationId xmlns:a16="http://schemas.microsoft.com/office/drawing/2014/main" id="{769B3BA1-83AD-4932-9161-3276B5D1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191250"/>
            <a:ext cx="11106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Jira SCRUM is the source of truth for requirements</a:t>
            </a:r>
          </a:p>
        </p:txBody>
      </p:sp>
      <p:sp>
        <p:nvSpPr>
          <p:cNvPr id="9" name="native-313">
            <a:extLst xmlns:a="http://schemas.openxmlformats.org/drawingml/2006/main">
              <a:ext uri="{FF2B5EF4-FFF2-40B4-BE49-F238E27FC236}">
                <a16:creationId xmlns:a16="http://schemas.microsoft.com/office/drawing/2014/main" id="{F955AB88-CDD8-4711-9B76-CFF87AD8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6753225"/>
            <a:ext cx="1109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Review actual work at each iteration evaluation and re-plan unfinished scope.</a:t>
            </a:r>
          </a:p>
        </p:txBody>
      </p:sp>
    </p:spTree>
    <p:extLst>
      <p:ext uri="{BB962C8B-B14F-4D97-AF65-F5344CB8AC3E}">
        <p14:creationId xmlns:p14="http://schemas.microsoft.com/office/powerpoint/2010/main" val="4942732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native-314">
            <a:extLst xmlns:a="http://schemas.openxmlformats.org/drawingml/2006/main">
              <a:ext uri="{FF2B5EF4-FFF2-40B4-BE49-F238E27FC236}">
                <a16:creationId xmlns:a16="http://schemas.microsoft.com/office/drawing/2014/main" id="{A54B47F1-7469-4C39-A48F-A61BCD95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15">
            <a:extLst xmlns:a="http://schemas.openxmlformats.org/drawingml/2006/main">
              <a:ext uri="{FF2B5EF4-FFF2-40B4-BE49-F238E27FC236}">
                <a16:creationId xmlns:a16="http://schemas.microsoft.com/office/drawing/2014/main" id="{CCFD8F4E-E9BF-4035-9719-A5097AA4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16">
            <a:extLst xmlns:a="http://schemas.openxmlformats.org/drawingml/2006/main">
              <a:ext uri="{FF2B5EF4-FFF2-40B4-BE49-F238E27FC236}">
                <a16:creationId xmlns:a16="http://schemas.microsoft.com/office/drawing/2014/main" id="{714E2E30-8BBF-4D19-928D-5C605EEF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17">
            <a:extLst xmlns:a="http://schemas.openxmlformats.org/drawingml/2006/main">
              <a:ext uri="{FF2B5EF4-FFF2-40B4-BE49-F238E27FC236}">
                <a16:creationId xmlns:a16="http://schemas.microsoft.com/office/drawing/2014/main" id="{CAD67886-0F70-46F6-8A27-DB3CF030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318">
            <a:extLst xmlns:a="http://schemas.openxmlformats.org/drawingml/2006/main">
              <a:ext uri="{FF2B5EF4-FFF2-40B4-BE49-F238E27FC236}">
                <a16:creationId xmlns:a16="http://schemas.microsoft.com/office/drawing/2014/main" id="{4D4B2977-1BCD-46A4-80CE-01E6A02F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319">
            <a:extLst xmlns:a="http://schemas.openxmlformats.org/drawingml/2006/main">
              <a:ext uri="{FF2B5EF4-FFF2-40B4-BE49-F238E27FC236}">
                <a16:creationId xmlns:a16="http://schemas.microsoft.com/office/drawing/2014/main" id="{8FA881EA-EB69-4F0E-8358-3F7226BD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20</a:t>
            </a:r>
          </a:p>
        </p:txBody>
      </p:sp>
      <p:sp>
        <p:nvSpPr>
          <p:cNvPr id="7" name="native-320">
            <a:extLst xmlns:a="http://schemas.openxmlformats.org/drawingml/2006/main">
              <a:ext uri="{FF2B5EF4-FFF2-40B4-BE49-F238E27FC236}">
                <a16:creationId xmlns:a16="http://schemas.microsoft.com/office/drawing/2014/main" id="{4568A194-F026-43B3-BE8A-E724E223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TOOLS</a:t>
            </a:r>
          </a:p>
        </p:txBody>
      </p:sp>
      <p:sp>
        <p:nvSpPr>
          <p:cNvPr id="8" name="native-321">
            <a:extLst xmlns:a="http://schemas.openxmlformats.org/drawingml/2006/main">
              <a:ext uri="{FF2B5EF4-FFF2-40B4-BE49-F238E27FC236}">
                <a16:creationId xmlns:a16="http://schemas.microsoft.com/office/drawing/2014/main" id="{720D04E5-7667-4D56-8BA1-5506D3EE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47775"/>
            <a:ext cx="928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0B4C4F-06DD-4FEA-89C3-5810F7A0F2A2}"/>
              </a:ext>
            </a:extLst>
          </p:cNvPr>
          <p:cNvGraphicFramePr/>
          <p:nvPr/>
        </p:nvGraphicFramePr>
        <p:xfrm>
          <a:off xmlns:a="http://schemas.openxmlformats.org/drawingml/2006/main" x="762000" y="1819275"/>
          <a:ext xmlns:a="http://schemas.openxmlformats.org/drawingml/2006/main" cx="12172950" cy="5048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57550"/>
                <a:gridCol w="8915400"/>
              </a:tblGrid>
              <a:tr h="8413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Category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TrustCabinet baseline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Technologies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ASP.NET Core 10 · C# · EF Core 10</a:t>
                      </a:r>
                    </a:p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React 19 · TypeScript · Vite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Data &amp; Security Sessions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PostgreSQL 17 · Redis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Source &amp; Quality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GitHub · GitHub Actions</a:t>
                      </a:r>
                    </a:p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Backend tests · frontend build and lint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Project &amp; Documentation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Jira SCRUM · Report 1–3 · diagrams and API contracts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Supporting Services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SMTP configurable · Google sign-in optional</a:t>
                      </a:r>
                    </a:p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LiveKit SFU planned · speech/AI provider TBD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13530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native-322">
            <a:extLst xmlns:a="http://schemas.openxmlformats.org/drawingml/2006/main">
              <a:ext uri="{FF2B5EF4-FFF2-40B4-BE49-F238E27FC236}">
                <a16:creationId xmlns:a16="http://schemas.microsoft.com/office/drawing/2014/main" id="{A245C6F5-4328-4CF2-91AF-F91C60D1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23">
            <a:extLst xmlns:a="http://schemas.openxmlformats.org/drawingml/2006/main">
              <a:ext uri="{FF2B5EF4-FFF2-40B4-BE49-F238E27FC236}">
                <a16:creationId xmlns:a16="http://schemas.microsoft.com/office/drawing/2014/main" id="{E11947F1-1AB5-448C-B238-A13A8B61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24">
            <a:extLst xmlns:a="http://schemas.openxmlformats.org/drawingml/2006/main">
              <a:ext uri="{FF2B5EF4-FFF2-40B4-BE49-F238E27FC236}">
                <a16:creationId xmlns:a16="http://schemas.microsoft.com/office/drawing/2014/main" id="{BF1D243E-B127-4608-B213-EEB16F9B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25">
            <a:extLst xmlns:a="http://schemas.openxmlformats.org/drawingml/2006/main">
              <a:ext uri="{FF2B5EF4-FFF2-40B4-BE49-F238E27FC236}">
                <a16:creationId xmlns:a16="http://schemas.microsoft.com/office/drawing/2014/main" id="{FAE49121-B19C-4E6D-8E51-1465166A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21</a:t>
            </a:r>
          </a:p>
        </p:txBody>
      </p:sp>
      <p:sp>
        <p:nvSpPr>
          <p:cNvPr id="5" name="native-326">
            <a:extLst xmlns:a="http://schemas.openxmlformats.org/drawingml/2006/main">
              <a:ext uri="{FF2B5EF4-FFF2-40B4-BE49-F238E27FC236}">
                <a16:creationId xmlns:a16="http://schemas.microsoft.com/office/drawing/2014/main" id="{8801D3FD-52D0-4410-B6A1-38A38A7A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COMMUNICATION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6" name="native-327">
            <a:extLst xmlns:a="http://schemas.openxmlformats.org/drawingml/2006/main">
              <a:ext uri="{FF2B5EF4-FFF2-40B4-BE49-F238E27FC236}">
                <a16:creationId xmlns:a16="http://schemas.microsoft.com/office/drawing/2014/main" id="{72FEF4F0-9B09-43A0-B2C9-CC8BF1EE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47775"/>
            <a:ext cx="928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8E442-C293-4CF0-94E9-644F6FD3F76A}"/>
              </a:ext>
            </a:extLst>
          </p:cNvPr>
          <p:cNvGraphicFramePr/>
          <p:nvPr/>
        </p:nvGraphicFramePr>
        <p:xfrm>
          <a:off xmlns:a="http://schemas.openxmlformats.org/drawingml/2006/main" x="638175" y="1857375"/>
          <a:ext xmlns:a="http://schemas.openxmlformats.org/drawingml/2006/main" cx="124206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00300"/>
                <a:gridCol w="3009900"/>
                <a:gridCol w="7010400"/>
              </a:tblGrid>
              <a:tr h="8191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Activity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Participants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Purpose / handoff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Sprint planning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 / PO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Weekly goal, ready Use Cases and realistic scope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BE → FE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Backend / Frontend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Usable API, response contract and edge cases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BA Final Review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BA / BE / FE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Reconcile requirements and diagrams with implementation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Testing &amp; Retest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Tester / BE / FE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Reproduce defects, fix and verify before Done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Iteration evaluation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 / Product 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Demonstrate increment and refine next iteration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12916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native-328">
            <a:extLst xmlns:a="http://schemas.openxmlformats.org/drawingml/2006/main">
              <a:ext uri="{FF2B5EF4-FFF2-40B4-BE49-F238E27FC236}">
                <a16:creationId xmlns:a16="http://schemas.microsoft.com/office/drawing/2014/main" id="{3308528D-B644-4669-9418-20458334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29">
            <a:extLst xmlns:a="http://schemas.openxmlformats.org/drawingml/2006/main">
              <a:ext uri="{FF2B5EF4-FFF2-40B4-BE49-F238E27FC236}">
                <a16:creationId xmlns:a16="http://schemas.microsoft.com/office/drawing/2014/main" id="{030C57D0-8CB3-4348-B261-C2061C87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30">
            <a:extLst xmlns:a="http://schemas.openxmlformats.org/drawingml/2006/main">
              <a:ext uri="{FF2B5EF4-FFF2-40B4-BE49-F238E27FC236}">
                <a16:creationId xmlns:a16="http://schemas.microsoft.com/office/drawing/2014/main" id="{72EC6CEA-9B4D-4C5C-BCCC-A48DA5E9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31">
            <a:extLst xmlns:a="http://schemas.openxmlformats.org/drawingml/2006/main">
              <a:ext uri="{FF2B5EF4-FFF2-40B4-BE49-F238E27FC236}">
                <a16:creationId xmlns:a16="http://schemas.microsoft.com/office/drawing/2014/main" id="{1D142F24-4546-4DD4-BCD8-9D9D0608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332">
            <a:extLst xmlns:a="http://schemas.openxmlformats.org/drawingml/2006/main">
              <a:ext uri="{FF2B5EF4-FFF2-40B4-BE49-F238E27FC236}">
                <a16:creationId xmlns:a16="http://schemas.microsoft.com/office/drawing/2014/main" id="{D8B3C8BB-5F6A-4695-A1D7-683549FE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333">
            <a:extLst xmlns:a="http://schemas.openxmlformats.org/drawingml/2006/main">
              <a:ext uri="{FF2B5EF4-FFF2-40B4-BE49-F238E27FC236}">
                <a16:creationId xmlns:a16="http://schemas.microsoft.com/office/drawing/2014/main" id="{5250FB42-B46A-4622-8E75-00E6E491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22</a:t>
            </a:r>
          </a:p>
        </p:txBody>
      </p:sp>
      <p:sp>
        <p:nvSpPr>
          <p:cNvPr id="7" name="native-334">
            <a:extLst xmlns:a="http://schemas.openxmlformats.org/drawingml/2006/main">
              <a:ext uri="{FF2B5EF4-FFF2-40B4-BE49-F238E27FC236}">
                <a16:creationId xmlns:a16="http://schemas.microsoft.com/office/drawing/2014/main" id="{009560DC-531B-49F0-8512-7B634180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RISK MANAGEMENT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8" name="native-335">
            <a:extLst xmlns:a="http://schemas.openxmlformats.org/drawingml/2006/main">
              <a:ext uri="{FF2B5EF4-FFF2-40B4-BE49-F238E27FC236}">
                <a16:creationId xmlns:a16="http://schemas.microsoft.com/office/drawing/2014/main" id="{44E78F05-266C-4483-A71B-06C01ACD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47775"/>
            <a:ext cx="928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98A99B-BD34-4EA0-8741-FC8E25BF6E38}"/>
              </a:ext>
            </a:extLst>
          </p:cNvPr>
          <p:cNvGraphicFramePr/>
          <p:nvPr/>
        </p:nvGraphicFramePr>
        <p:xfrm>
          <a:off xmlns:a="http://schemas.openxmlformats.org/drawingml/2006/main" x="619125" y="1971675"/>
          <a:ext xmlns:a="http://schemas.openxmlformats.org/drawingml/2006/main" cx="12477750" cy="4543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2333625"/>
                <a:gridCol w="6667500"/>
              </a:tblGrid>
              <a:tr h="90868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Impact / Likelihood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Response plan</a:t>
                      </a:r>
                    </a:p>
                  </a:txBody>
                  <a:tcPr marL="91440" marR="91440" marT="45720" marB="45720">
                    <a:solidFill>
                      <a:srgbClr val="2A4D94"/>
                    </a:solidFill>
                  </a:tcPr>
                </a:tc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Online meeting room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High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Prototype a proven media server. Agree reduced-room fallback.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Vietnamese speaker attribution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Medium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Evaluate early using real audio. Allow transcript and speaker edits.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AI provider not selected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Medium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Decide before Iteration 3. Keep a replaceable internal interface.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Broad feature scope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High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Must-have FE-01–13. Should-have FE-14–15. Preserve 20% buffer.</a:t>
                      </a:r>
                    </a:p>
                  </a:txBody>
                  <a:tcPr marL="91440" marR="91440" marT="45720" marB="45720"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203370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native-336">
            <a:extLst xmlns:a="http://schemas.openxmlformats.org/drawingml/2006/main">
              <a:ext uri="{FF2B5EF4-FFF2-40B4-BE49-F238E27FC236}">
                <a16:creationId xmlns:a16="http://schemas.microsoft.com/office/drawing/2014/main" id="{2895B6BA-C6C1-4A46-9885-E6660277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37">
            <a:extLst xmlns:a="http://schemas.openxmlformats.org/drawingml/2006/main">
              <a:ext uri="{FF2B5EF4-FFF2-40B4-BE49-F238E27FC236}">
                <a16:creationId xmlns:a16="http://schemas.microsoft.com/office/drawing/2014/main" id="{6D347F5B-943F-433A-AE3B-9636C6AA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38">
            <a:extLst xmlns:a="http://schemas.openxmlformats.org/drawingml/2006/main">
              <a:ext uri="{FF2B5EF4-FFF2-40B4-BE49-F238E27FC236}">
                <a16:creationId xmlns:a16="http://schemas.microsoft.com/office/drawing/2014/main" id="{48D17F34-7255-47BA-8BCC-C8BC5965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39">
            <a:extLst xmlns:a="http://schemas.openxmlformats.org/drawingml/2006/main">
              <a:ext uri="{FF2B5EF4-FFF2-40B4-BE49-F238E27FC236}">
                <a16:creationId xmlns:a16="http://schemas.microsoft.com/office/drawing/2014/main" id="{218E14C8-A155-441A-86AD-8393AAB9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23</a:t>
            </a:r>
          </a:p>
        </p:txBody>
      </p:sp>
      <p:sp>
        <p:nvSpPr>
          <p:cNvPr id="5" name="native-340">
            <a:extLst xmlns:a="http://schemas.openxmlformats.org/drawingml/2006/main">
              <a:ext uri="{FF2B5EF4-FFF2-40B4-BE49-F238E27FC236}">
                <a16:creationId xmlns:a16="http://schemas.microsoft.com/office/drawing/2014/main" id="{7F3DC5A2-94B9-400D-8549-060DB0D7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QUALITY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MANAGEMENT</a:t>
            </a:r>
          </a:p>
        </p:txBody>
      </p:sp>
      <p:sp>
        <p:nvSpPr>
          <p:cNvPr id="6" name="native-341">
            <a:extLst xmlns:a="http://schemas.openxmlformats.org/drawingml/2006/main">
              <a:ext uri="{FF2B5EF4-FFF2-40B4-BE49-F238E27FC236}">
                <a16:creationId xmlns:a16="http://schemas.microsoft.com/office/drawing/2014/main" id="{F0647F79-8F10-44F0-8B65-D831F3D2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342">
            <a:extLst xmlns:a="http://schemas.openxmlformats.org/drawingml/2006/main">
              <a:ext uri="{FF2B5EF4-FFF2-40B4-BE49-F238E27FC236}">
                <a16:creationId xmlns:a16="http://schemas.microsoft.com/office/drawing/2014/main" id="{DFED9136-7CBF-47EE-BCA5-6CD69BE9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66900"/>
            <a:ext cx="46005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Requirement clarity</a:t>
            </a:r>
          </a:p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Acceptance criteria in Jira</a:t>
            </a:r>
          </a:p>
        </p:txBody>
      </p:sp>
      <p:sp>
        <p:nvSpPr>
          <p:cNvPr id="8" name="native-343">
            <a:extLst xmlns:a="http://schemas.openxmlformats.org/drawingml/2006/main">
              <a:ext uri="{FF2B5EF4-FFF2-40B4-BE49-F238E27FC236}">
                <a16:creationId xmlns:a16="http://schemas.microsoft.com/office/drawing/2014/main" id="{B1008AD1-85D5-4E9A-9B3E-FC83BC6F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95675"/>
            <a:ext cx="46005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Implementation</a:t>
            </a:r>
          </a:p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BE and FE integrate the Use Case</a:t>
            </a:r>
          </a:p>
        </p:txBody>
      </p:sp>
      <p:sp>
        <p:nvSpPr>
          <p:cNvPr id="9" name="native-344">
            <a:extLst xmlns:a="http://schemas.openxmlformats.org/drawingml/2006/main">
              <a:ext uri="{FF2B5EF4-FFF2-40B4-BE49-F238E27FC236}">
                <a16:creationId xmlns:a16="http://schemas.microsoft.com/office/drawing/2014/main" id="{B9E622DD-9743-43A5-BBBC-4A39B0BA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46005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BA Final Review</a:t>
            </a:r>
          </a:p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Specifications match the finished behavior</a:t>
            </a:r>
          </a:p>
        </p:txBody>
      </p:sp>
      <p:sp>
        <p:nvSpPr>
          <p:cNvPr id="10" name="native-345">
            <a:extLst xmlns:a="http://schemas.openxmlformats.org/drawingml/2006/main">
              <a:ext uri="{FF2B5EF4-FFF2-40B4-BE49-F238E27FC236}">
                <a16:creationId xmlns:a16="http://schemas.microsoft.com/office/drawing/2014/main" id="{BB15C363-71A4-4CB0-997E-EE545611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866900"/>
            <a:ext cx="46005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Testing &amp; Retest</a:t>
            </a:r>
          </a:p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Happy path, edges and important bugs</a:t>
            </a:r>
          </a:p>
        </p:txBody>
      </p:sp>
      <p:sp>
        <p:nvSpPr>
          <p:cNvPr id="11" name="native-346">
            <a:extLst xmlns:a="http://schemas.openxmlformats.org/drawingml/2006/main">
              <a:ext uri="{FF2B5EF4-FFF2-40B4-BE49-F238E27FC236}">
                <a16:creationId xmlns:a16="http://schemas.microsoft.com/office/drawing/2014/main" id="{F7C88F09-7960-45D9-A2DE-4763F17A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495675"/>
            <a:ext cx="46005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Peer Review</a:t>
            </a:r>
          </a:p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Review the change before merge</a:t>
            </a:r>
          </a:p>
        </p:txBody>
      </p:sp>
      <p:sp>
        <p:nvSpPr>
          <p:cNvPr id="12" name="native-347">
            <a:extLst xmlns:a="http://schemas.openxmlformats.org/drawingml/2006/main">
              <a:ext uri="{FF2B5EF4-FFF2-40B4-BE49-F238E27FC236}">
                <a16:creationId xmlns:a16="http://schemas.microsoft.com/office/drawing/2014/main" id="{3B6A0E15-BED2-4CD4-BC74-BF763F46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5124450"/>
            <a:ext cx="46005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Done</a:t>
            </a:r>
          </a:p>
          <a:p xmlns:a="http://schemas.openxmlformats.org/drawingml/2006/main"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Docs, tests and Jira are complete</a:t>
            </a:r>
          </a:p>
        </p:txBody>
      </p: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3557588" y="2914650"/>
            <a:ext cx="0" cy="581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DE8BD-5A8A-4EDD-AB60-32ED988F5DD3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3557588" y="4543425"/>
            <a:ext cx="0" cy="581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5336A7-63D2-45B1-8635-1F1E23972C5A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5857875" y="2390775"/>
            <a:ext cx="1924050" cy="32575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27D11-DE93-43E4-AE6D-F36E0038E5CA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0082213" y="2914650"/>
            <a:ext cx="0" cy="581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60899-15EE-47EE-9726-3DE550E06452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0082213" y="4543425"/>
            <a:ext cx="0" cy="581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sp>
        <p:nvSpPr>
          <p:cNvPr id="18" name="native-348">
            <a:extLst xmlns:a="http://schemas.openxmlformats.org/drawingml/2006/main">
              <a:ext uri="{FF2B5EF4-FFF2-40B4-BE49-F238E27FC236}">
                <a16:creationId xmlns:a16="http://schemas.microsoft.com/office/drawing/2014/main" id="{214EC730-F139-4301-AD32-F3B6AA5F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7019925"/>
            <a:ext cx="11668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CI: backend build with warnings as errors · backend tests · frontend build · lint</a:t>
            </a:r>
          </a:p>
        </p:txBody>
      </p:sp>
    </p:spTree>
    <p:extLst>
      <p:ext uri="{BB962C8B-B14F-4D97-AF65-F5344CB8AC3E}">
        <p14:creationId xmlns:p14="http://schemas.microsoft.com/office/powerpoint/2010/main" val="180897391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native-349">
            <a:extLst xmlns:a="http://schemas.openxmlformats.org/drawingml/2006/main">
              <a:ext uri="{FF2B5EF4-FFF2-40B4-BE49-F238E27FC236}">
                <a16:creationId xmlns:a16="http://schemas.microsoft.com/office/drawing/2014/main" id="{3C69904F-2D8D-49A5-9A4C-93319A4B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50">
            <a:extLst xmlns:a="http://schemas.openxmlformats.org/drawingml/2006/main">
              <a:ext uri="{FF2B5EF4-FFF2-40B4-BE49-F238E27FC236}">
                <a16:creationId xmlns:a16="http://schemas.microsoft.com/office/drawing/2014/main" id="{3F22FB1E-713B-470B-93C1-F091CC4A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51">
            <a:extLst xmlns:a="http://schemas.openxmlformats.org/drawingml/2006/main">
              <a:ext uri="{FF2B5EF4-FFF2-40B4-BE49-F238E27FC236}">
                <a16:creationId xmlns:a16="http://schemas.microsoft.com/office/drawing/2014/main" id="{9B36C2DC-5BDD-4114-8C23-72FD473A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52">
            <a:extLst xmlns:a="http://schemas.openxmlformats.org/drawingml/2006/main">
              <a:ext uri="{FF2B5EF4-FFF2-40B4-BE49-F238E27FC236}">
                <a16:creationId xmlns:a16="http://schemas.microsoft.com/office/drawing/2014/main" id="{C058069F-50EF-4A21-A6A1-5C04612D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24</a:t>
            </a:r>
          </a:p>
        </p:txBody>
      </p:sp>
      <p:sp>
        <p:nvSpPr>
          <p:cNvPr id="5" name="native-353">
            <a:extLst xmlns:a="http://schemas.openxmlformats.org/drawingml/2006/main">
              <a:ext uri="{FF2B5EF4-FFF2-40B4-BE49-F238E27FC236}">
                <a16:creationId xmlns:a16="http://schemas.microsoft.com/office/drawing/2014/main" id="{4FD5F137-F962-4784-86AE-8EE0ABA8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TASK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MANAGEMENT</a:t>
            </a:r>
          </a:p>
        </p:txBody>
      </p:sp>
      <p:sp>
        <p:nvSpPr>
          <p:cNvPr id="6" name="native-354">
            <a:extLst xmlns:a="http://schemas.openxmlformats.org/drawingml/2006/main">
              <a:ext uri="{FF2B5EF4-FFF2-40B4-BE49-F238E27FC236}">
                <a16:creationId xmlns:a16="http://schemas.microsoft.com/office/drawing/2014/main" id="{F1697D08-6D9B-4F4D-8D8A-194D49CE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355">
            <a:extLst xmlns:a="http://schemas.openxmlformats.org/drawingml/2006/main">
              <a:ext uri="{FF2B5EF4-FFF2-40B4-BE49-F238E27FC236}">
                <a16:creationId xmlns:a16="http://schemas.microsoft.com/office/drawing/2014/main" id="{37C0AF1C-8AF8-49BA-8275-569D2BB3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7716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To Do</a:t>
            </a:r>
          </a:p>
        </p:txBody>
      </p:sp>
      <p:sp>
        <p:nvSpPr>
          <p:cNvPr id="8" name="native-356">
            <a:extLst xmlns:a="http://schemas.openxmlformats.org/drawingml/2006/main">
              <a:ext uri="{FF2B5EF4-FFF2-40B4-BE49-F238E27FC236}">
                <a16:creationId xmlns:a16="http://schemas.microsoft.com/office/drawing/2014/main" id="{1C292E6F-3D25-4270-BB89-538B9C65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800350"/>
            <a:ext cx="17716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Analyst</a:t>
            </a:r>
          </a:p>
        </p:txBody>
      </p:sp>
      <p:sp>
        <p:nvSpPr>
          <p:cNvPr id="9" name="native-357">
            <a:extLst xmlns:a="http://schemas.openxmlformats.org/drawingml/2006/main">
              <a:ext uri="{FF2B5EF4-FFF2-40B4-BE49-F238E27FC236}">
                <a16:creationId xmlns:a16="http://schemas.microsoft.com/office/drawing/2014/main" id="{E4EE4B24-4F48-401E-9E48-6A19940E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17716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0" name="native-358">
            <a:extLst xmlns:a="http://schemas.openxmlformats.org/drawingml/2006/main">
              <a:ext uri="{FF2B5EF4-FFF2-40B4-BE49-F238E27FC236}">
                <a16:creationId xmlns:a16="http://schemas.microsoft.com/office/drawing/2014/main" id="{E367238C-10B6-4798-8104-ABC26B97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800350"/>
            <a:ext cx="17716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1" name="native-359">
            <a:extLst xmlns:a="http://schemas.openxmlformats.org/drawingml/2006/main">
              <a:ext uri="{FF2B5EF4-FFF2-40B4-BE49-F238E27FC236}">
                <a16:creationId xmlns:a16="http://schemas.microsoft.com/office/drawing/2014/main" id="{7107069A-8CE7-40CF-8034-3A8BE3B8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00350"/>
            <a:ext cx="17716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BA Final Review</a:t>
            </a:r>
          </a:p>
        </p:txBody>
      </p:sp>
      <p:sp>
        <p:nvSpPr>
          <p:cNvPr id="12" name="native-360">
            <a:extLst xmlns:a="http://schemas.openxmlformats.org/drawingml/2006/main">
              <a:ext uri="{FF2B5EF4-FFF2-40B4-BE49-F238E27FC236}">
                <a16:creationId xmlns:a16="http://schemas.microsoft.com/office/drawing/2014/main" id="{EB729021-9E19-4881-834F-E8A2A226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2800350"/>
            <a:ext cx="17716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49D3F3-69D0-4F89-A8E1-C9C147DB5BA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3286125"/>
            <a:ext cx="371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B741C0-F736-4803-A5E0-6567FDBE5B0A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524375" y="3286125"/>
            <a:ext cx="371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272C9-8044-4317-B163-84B6A5B12B44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667500" y="3286125"/>
            <a:ext cx="371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1A5215-97F5-4BE9-BF39-3D5D09F83D4A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810625" y="3286125"/>
            <a:ext cx="371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23AE61-A5D0-4FE2-8D27-EE4A05F4D2DE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10953750" y="3286125"/>
            <a:ext cx="371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4D94"/>
            </a:solidFill>
            <a:prstDash val="solid"/>
            <a:tailEnd type="triangle" w="sm" len="sm"/>
          </a:ln>
        </p:spPr>
      </p:cxnSp>
      <p:sp>
        <p:nvSpPr>
          <p:cNvPr id="18" name="native-361">
            <a:extLst xmlns:a="http://schemas.openxmlformats.org/drawingml/2006/main">
              <a:ext uri="{FF2B5EF4-FFF2-40B4-BE49-F238E27FC236}">
                <a16:creationId xmlns:a16="http://schemas.microsoft.com/office/drawing/2014/main" id="{5CDB52C2-809B-4CF1-974F-AE109307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9240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JIRA WORKFLOW</a:t>
            </a:r>
          </a:p>
        </p:txBody>
      </p:sp>
      <p:sp>
        <p:nvSpPr>
          <p:cNvPr id="19" name="native-362">
            <a:extLst xmlns:a="http://schemas.openxmlformats.org/drawingml/2006/main">
              <a:ext uri="{FF2B5EF4-FFF2-40B4-BE49-F238E27FC236}">
                <a16:creationId xmlns:a16="http://schemas.microsoft.com/office/drawing/2014/main" id="{C25A86B4-4197-4853-8E97-DA669D13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62915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native-363">
            <a:extLst xmlns:a="http://schemas.openxmlformats.org/drawingml/2006/main">
              <a:ext uri="{FF2B5EF4-FFF2-40B4-BE49-F238E27FC236}">
                <a16:creationId xmlns:a16="http://schemas.microsoft.com/office/drawing/2014/main" id="{0DA8BF6D-8249-4A0C-9E3A-110942CE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29150"/>
            <a:ext cx="10477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Tester verifies functionality and important bug fixes before Done.</a:t>
            </a:r>
          </a:p>
        </p:txBody>
      </p:sp>
      <p:sp>
        <p:nvSpPr>
          <p:cNvPr id="21" name="native-364">
            <a:extLst xmlns:a="http://schemas.openxmlformats.org/drawingml/2006/main">
              <a:ext uri="{FF2B5EF4-FFF2-40B4-BE49-F238E27FC236}">
                <a16:creationId xmlns:a16="http://schemas.microsoft.com/office/drawing/2014/main" id="{76512529-CA93-490D-8184-DFB13EA0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197793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native-365">
            <a:extLst xmlns:a="http://schemas.openxmlformats.org/drawingml/2006/main">
              <a:ext uri="{FF2B5EF4-FFF2-40B4-BE49-F238E27FC236}">
                <a16:creationId xmlns:a16="http://schemas.microsoft.com/office/drawing/2014/main" id="{B925BECE-F18C-48C0-855A-065B0D48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97793"/>
            <a:ext cx="10477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BE / FE requirement changes are recorded as ticket comments.</a:t>
            </a:r>
          </a:p>
        </p:txBody>
      </p:sp>
      <p:sp>
        <p:nvSpPr>
          <p:cNvPr id="23" name="native-366">
            <a:extLst xmlns:a="http://schemas.openxmlformats.org/drawingml/2006/main">
              <a:ext uri="{FF2B5EF4-FFF2-40B4-BE49-F238E27FC236}">
                <a16:creationId xmlns:a16="http://schemas.microsoft.com/office/drawing/2014/main" id="{85AA7ADC-B1AE-4391-A10D-E050A3DB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766435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4" name="native-367">
            <a:extLst xmlns:a="http://schemas.openxmlformats.org/drawingml/2006/main">
              <a:ext uri="{FF2B5EF4-FFF2-40B4-BE49-F238E27FC236}">
                <a16:creationId xmlns:a16="http://schemas.microsoft.com/office/drawing/2014/main" id="{D5B4E47E-E2DF-4259-AC31-1EB32F15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766435"/>
            <a:ext cx="10477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API contracts stay current while BA settles requirement documents after integration.</a:t>
            </a:r>
          </a:p>
        </p:txBody>
      </p:sp>
    </p:spTree>
    <p:extLst>
      <p:ext uri="{BB962C8B-B14F-4D97-AF65-F5344CB8AC3E}">
        <p14:creationId xmlns:p14="http://schemas.microsoft.com/office/powerpoint/2010/main" val="50628642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368">
            <a:extLst xmlns:a="http://schemas.openxmlformats.org/drawingml/2006/main">
              <a:ext uri="{FF2B5EF4-FFF2-40B4-BE49-F238E27FC236}">
                <a16:creationId xmlns:a16="http://schemas.microsoft.com/office/drawing/2014/main" id="{A48FCD6D-E3A9-49B4-8DBB-C9A5EBCD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69">
            <a:extLst xmlns:a="http://schemas.openxmlformats.org/drawingml/2006/main">
              <a:ext uri="{FF2B5EF4-FFF2-40B4-BE49-F238E27FC236}">
                <a16:creationId xmlns:a16="http://schemas.microsoft.com/office/drawing/2014/main" id="{2A565583-F63C-4EA6-B52A-806E5CEA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70">
            <a:extLst xmlns:a="http://schemas.openxmlformats.org/drawingml/2006/main">
              <a:ext uri="{FF2B5EF4-FFF2-40B4-BE49-F238E27FC236}">
                <a16:creationId xmlns:a16="http://schemas.microsoft.com/office/drawing/2014/main" id="{F5AFAEC0-017B-40DA-8A30-C5075596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5334000"/>
            <a:ext cx="2333625" cy="23812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BBD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71">
            <a:extLst xmlns:a="http://schemas.openxmlformats.org/drawingml/2006/main">
              <a:ext uri="{FF2B5EF4-FFF2-40B4-BE49-F238E27FC236}">
                <a16:creationId xmlns:a16="http://schemas.microsoft.com/office/drawing/2014/main" id="{36B61A6D-0321-48A2-950B-CFBF0B5C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1525250" y="5238750"/>
            <a:ext cx="2190750" cy="2476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tive-372">
            <a:extLst xmlns:a="http://schemas.openxmlformats.org/drawingml/2006/main">
              <a:ext uri="{FF2B5EF4-FFF2-40B4-BE49-F238E27FC236}">
                <a16:creationId xmlns:a16="http://schemas.microsoft.com/office/drawing/2014/main" id="{74ECE531-3E32-4F15-8A5B-760D8CA8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86650"/>
            <a:ext cx="11953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ative-373">
            <a:extLst xmlns:a="http://schemas.openxmlformats.org/drawingml/2006/main">
              <a:ext uri="{FF2B5EF4-FFF2-40B4-BE49-F238E27FC236}">
                <a16:creationId xmlns:a16="http://schemas.microsoft.com/office/drawing/2014/main" id="{A872680C-4762-475D-800D-D5534C99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25</a:t>
            </a:r>
          </a:p>
        </p:txBody>
      </p:sp>
      <p:sp>
        <p:nvSpPr>
          <p:cNvPr id="7" name="native-374">
            <a:extLst xmlns:a="http://schemas.openxmlformats.org/drawingml/2006/main">
              <a:ext uri="{FF2B5EF4-FFF2-40B4-BE49-F238E27FC236}">
                <a16:creationId xmlns:a16="http://schemas.microsoft.com/office/drawing/2014/main" id="{5A82D575-0998-46DB-A667-EC20BF8D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III. SOFTWARE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REQUIREMENT</a:t>
            </a:r>
          </a:p>
          <a:p xmlns:a="http://schemas.openxmlformats.org/drawingml/2006/main"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SPECIFICATION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4B0D66-C081-4038-A30B-E204C1D8E3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97dcf85094f96"/>
          <a:stretch xmlns:a="http://schemas.openxmlformats.org/drawingml/2006/main"/>
        </p:blipFill>
        <p:spPr>
          <a:xfrm xmlns:a="http://schemas.openxmlformats.org/drawingml/2006/main">
            <a:off x="4929188" y="2552700"/>
            <a:ext cx="3857625" cy="3857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80206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native-375">
            <a:extLst xmlns:a="http://schemas.openxmlformats.org/drawingml/2006/main">
              <a:ext uri="{FF2B5EF4-FFF2-40B4-BE49-F238E27FC236}">
                <a16:creationId xmlns:a16="http://schemas.microsoft.com/office/drawing/2014/main" id="{F978843A-BC52-466E-BEFE-8150B35F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76">
            <a:extLst xmlns:a="http://schemas.openxmlformats.org/drawingml/2006/main">
              <a:ext uri="{FF2B5EF4-FFF2-40B4-BE49-F238E27FC236}">
                <a16:creationId xmlns:a16="http://schemas.microsoft.com/office/drawing/2014/main" id="{ED890CC3-A98C-44E1-B738-23219126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77">
            <a:extLst xmlns:a="http://schemas.openxmlformats.org/drawingml/2006/main">
              <a:ext uri="{FF2B5EF4-FFF2-40B4-BE49-F238E27FC236}">
                <a16:creationId xmlns:a16="http://schemas.microsoft.com/office/drawing/2014/main" id="{4CDDA7AF-BD0F-48C9-B8B8-A25B9E73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78">
            <a:extLst xmlns:a="http://schemas.openxmlformats.org/drawingml/2006/main">
              <a:ext uri="{FF2B5EF4-FFF2-40B4-BE49-F238E27FC236}">
                <a16:creationId xmlns:a16="http://schemas.microsoft.com/office/drawing/2014/main" id="{A2AA6DFD-0D5C-4A9A-8A93-450F2A98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26</a:t>
            </a:r>
          </a:p>
        </p:txBody>
      </p:sp>
      <p:sp>
        <p:nvSpPr>
          <p:cNvPr id="5" name="native-379">
            <a:extLst xmlns:a="http://schemas.openxmlformats.org/drawingml/2006/main">
              <a:ext uri="{FF2B5EF4-FFF2-40B4-BE49-F238E27FC236}">
                <a16:creationId xmlns:a16="http://schemas.microsoft.com/office/drawing/2014/main" id="{3018A76F-3188-4871-9E1B-7541E4D7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SOFTWARE REQUIREMENT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SPECIFICATION</a:t>
            </a:r>
          </a:p>
        </p:txBody>
      </p:sp>
      <p:sp>
        <p:nvSpPr>
          <p:cNvPr id="6" name="native-380">
            <a:extLst xmlns:a="http://schemas.openxmlformats.org/drawingml/2006/main">
              <a:ext uri="{FF2B5EF4-FFF2-40B4-BE49-F238E27FC236}">
                <a16:creationId xmlns:a16="http://schemas.microsoft.com/office/drawing/2014/main" id="{FB003B6B-C9B2-40A6-AFE3-08D4134A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561975" cy="561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native-381">
            <a:extLst xmlns:a="http://schemas.openxmlformats.org/drawingml/2006/main">
              <a:ext uri="{FF2B5EF4-FFF2-40B4-BE49-F238E27FC236}">
                <a16:creationId xmlns:a16="http://schemas.microsoft.com/office/drawing/2014/main" id="{4962B57F-63A5-4C4B-B3AE-C7988066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7526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Context Diagram</a:t>
            </a:r>
          </a:p>
        </p:txBody>
      </p:sp>
      <p:sp>
        <p:nvSpPr>
          <p:cNvPr id="8" name="native-382">
            <a:extLst xmlns:a="http://schemas.openxmlformats.org/drawingml/2006/main">
              <a:ext uri="{FF2B5EF4-FFF2-40B4-BE49-F238E27FC236}">
                <a16:creationId xmlns:a16="http://schemas.microsoft.com/office/drawing/2014/main" id="{8F48E06A-1CAF-4730-BBE3-93B44911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561975" cy="561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native-383">
            <a:extLst xmlns:a="http://schemas.openxmlformats.org/drawingml/2006/main">
              <a:ext uri="{FF2B5EF4-FFF2-40B4-BE49-F238E27FC236}">
                <a16:creationId xmlns:a16="http://schemas.microsoft.com/office/drawing/2014/main" id="{2D9EC205-80E2-4552-95C1-CAC084BB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5908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Diagrams</a:t>
            </a:r>
          </a:p>
        </p:txBody>
      </p:sp>
      <p:sp>
        <p:nvSpPr>
          <p:cNvPr id="10" name="native-384">
            <a:extLst xmlns:a="http://schemas.openxmlformats.org/drawingml/2006/main">
              <a:ext uri="{FF2B5EF4-FFF2-40B4-BE49-F238E27FC236}">
                <a16:creationId xmlns:a16="http://schemas.microsoft.com/office/drawing/2014/main" id="{CF6384A5-0A25-4CCB-8355-1A498CD6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561975" cy="561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native-385">
            <a:extLst xmlns:a="http://schemas.openxmlformats.org/drawingml/2006/main">
              <a:ext uri="{FF2B5EF4-FFF2-40B4-BE49-F238E27FC236}">
                <a16:creationId xmlns:a16="http://schemas.microsoft.com/office/drawing/2014/main" id="{9561B195-E199-4825-AC1E-90F1B315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4290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Flows</a:t>
            </a:r>
          </a:p>
        </p:txBody>
      </p:sp>
      <p:sp>
        <p:nvSpPr>
          <p:cNvPr id="12" name="native-386">
            <a:extLst xmlns:a="http://schemas.openxmlformats.org/drawingml/2006/main">
              <a:ext uri="{FF2B5EF4-FFF2-40B4-BE49-F238E27FC236}">
                <a16:creationId xmlns:a16="http://schemas.microsoft.com/office/drawing/2014/main" id="{F9F0FC3A-ACC2-4DB9-867B-F61DA641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561975" cy="561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native-387">
            <a:extLst xmlns:a="http://schemas.openxmlformats.org/drawingml/2006/main">
              <a:ext uri="{FF2B5EF4-FFF2-40B4-BE49-F238E27FC236}">
                <a16:creationId xmlns:a16="http://schemas.microsoft.com/office/drawing/2014/main" id="{5710CE0C-E3E4-40CF-B286-856328CA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672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Machines</a:t>
            </a:r>
          </a:p>
        </p:txBody>
      </p:sp>
      <p:sp>
        <p:nvSpPr>
          <p:cNvPr id="14" name="native-388">
            <a:extLst xmlns:a="http://schemas.openxmlformats.org/drawingml/2006/main">
              <a:ext uri="{FF2B5EF4-FFF2-40B4-BE49-F238E27FC236}">
                <a16:creationId xmlns:a16="http://schemas.microsoft.com/office/drawing/2014/main" id="{7FDCDD50-3194-45C4-9B73-6D69494F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561975" cy="561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native-389">
            <a:extLst xmlns:a="http://schemas.openxmlformats.org/drawingml/2006/main">
              <a:ext uri="{FF2B5EF4-FFF2-40B4-BE49-F238E27FC236}">
                <a16:creationId xmlns:a16="http://schemas.microsoft.com/office/drawing/2014/main" id="{A8049D06-9491-4356-9A07-215CFEBB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054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Entity Relationship Diagram</a:t>
            </a:r>
          </a:p>
        </p:txBody>
      </p:sp>
      <p:sp>
        <p:nvSpPr>
          <p:cNvPr id="16" name="native-390">
            <a:extLst xmlns:a="http://schemas.openxmlformats.org/drawingml/2006/main">
              <a:ext uri="{FF2B5EF4-FFF2-40B4-BE49-F238E27FC236}">
                <a16:creationId xmlns:a16="http://schemas.microsoft.com/office/drawing/2014/main" id="{540ECBF0-697C-460D-9F51-730F4EEF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48350"/>
            <a:ext cx="561975" cy="561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native-391">
            <a:extLst xmlns:a="http://schemas.openxmlformats.org/drawingml/2006/main">
              <a:ext uri="{FF2B5EF4-FFF2-40B4-BE49-F238E27FC236}">
                <a16:creationId xmlns:a16="http://schemas.microsoft.com/office/drawing/2014/main" id="{B4E753BC-549F-4AE6-821E-9B5E06E7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436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Non-Functional Requirements</a:t>
            </a:r>
          </a:p>
        </p:txBody>
      </p:sp>
      <p:sp>
        <p:nvSpPr>
          <p:cNvPr id="18" name="native-392">
            <a:extLst xmlns:a="http://schemas.openxmlformats.org/drawingml/2006/main">
              <a:ext uri="{FF2B5EF4-FFF2-40B4-BE49-F238E27FC236}">
                <a16:creationId xmlns:a16="http://schemas.microsoft.com/office/drawing/2014/main" id="{BE7D8566-42CA-4CD1-AB1B-44E0AD0D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972300"/>
            <a:ext cx="1195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Revised baseline: 15 features · 70 top-level Use Cases</a:t>
            </a:r>
          </a:p>
        </p:txBody>
      </p:sp>
    </p:spTree>
    <p:extLst>
      <p:ext uri="{BB962C8B-B14F-4D97-AF65-F5344CB8AC3E}">
        <p14:creationId xmlns:p14="http://schemas.microsoft.com/office/powerpoint/2010/main" val="209945968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393">
            <a:extLst xmlns:a="http://schemas.openxmlformats.org/drawingml/2006/main">
              <a:ext uri="{FF2B5EF4-FFF2-40B4-BE49-F238E27FC236}">
                <a16:creationId xmlns:a16="http://schemas.microsoft.com/office/drawing/2014/main" id="{E11B8E3C-9E91-41FD-B565-1E093D40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394">
            <a:extLst xmlns:a="http://schemas.openxmlformats.org/drawingml/2006/main">
              <a:ext uri="{FF2B5EF4-FFF2-40B4-BE49-F238E27FC236}">
                <a16:creationId xmlns:a16="http://schemas.microsoft.com/office/drawing/2014/main" id="{4DF0F6F0-E403-412A-B8EB-E97E42C0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395">
            <a:extLst xmlns:a="http://schemas.openxmlformats.org/drawingml/2006/main">
              <a:ext uri="{FF2B5EF4-FFF2-40B4-BE49-F238E27FC236}">
                <a16:creationId xmlns:a16="http://schemas.microsoft.com/office/drawing/2014/main" id="{AABF8B8A-6691-482B-9166-D17EBD1A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396">
            <a:extLst xmlns:a="http://schemas.openxmlformats.org/drawingml/2006/main">
              <a:ext uri="{FF2B5EF4-FFF2-40B4-BE49-F238E27FC236}">
                <a16:creationId xmlns:a16="http://schemas.microsoft.com/office/drawing/2014/main" id="{48FA65EA-6A9F-42D0-9867-1E558336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27</a:t>
            </a:r>
          </a:p>
        </p:txBody>
      </p:sp>
      <p:sp>
        <p:nvSpPr>
          <p:cNvPr id="5" name="native-397">
            <a:extLst xmlns:a="http://schemas.openxmlformats.org/drawingml/2006/main">
              <a:ext uri="{FF2B5EF4-FFF2-40B4-BE49-F238E27FC236}">
                <a16:creationId xmlns:a16="http://schemas.microsoft.com/office/drawing/2014/main" id="{144AE591-34C6-4066-8427-1D8428E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CONTEXT DIAGRAM</a:t>
            </a:r>
          </a:p>
        </p:txBody>
      </p:sp>
      <p:sp>
        <p:nvSpPr>
          <p:cNvPr id="6" name="native-398">
            <a:extLst xmlns:a="http://schemas.openxmlformats.org/drawingml/2006/main">
              <a:ext uri="{FF2B5EF4-FFF2-40B4-BE49-F238E27FC236}">
                <a16:creationId xmlns:a16="http://schemas.microsoft.com/office/drawing/2014/main" id="{4AED2140-2E3B-4C25-8A55-4528AC1E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399">
            <a:extLst xmlns:a="http://schemas.openxmlformats.org/drawingml/2006/main">
              <a:ext uri="{FF2B5EF4-FFF2-40B4-BE49-F238E27FC236}">
                <a16:creationId xmlns:a16="http://schemas.microsoft.com/office/drawing/2014/main" id="{301782D0-8CE1-48E1-A805-832B1B98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8BFC0-07A0-47F8-A2B6-900154963B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01be722cf4984"/>
          <a:stretch xmlns:a="http://schemas.openxmlformats.org/drawingml/2006/main"/>
        </p:blipFill>
        <p:spPr>
          <a:xfrm xmlns:a="http://schemas.openxmlformats.org/drawingml/2006/main">
            <a:off x="3447666" y="1619250"/>
            <a:ext cx="6820668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0440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00">
            <a:extLst xmlns:a="http://schemas.openxmlformats.org/drawingml/2006/main">
              <a:ext uri="{FF2B5EF4-FFF2-40B4-BE49-F238E27FC236}">
                <a16:creationId xmlns:a16="http://schemas.microsoft.com/office/drawing/2014/main" id="{BC34F878-0955-45F9-9A93-01840C74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01">
            <a:extLst xmlns:a="http://schemas.openxmlformats.org/drawingml/2006/main">
              <a:ext uri="{FF2B5EF4-FFF2-40B4-BE49-F238E27FC236}">
                <a16:creationId xmlns:a16="http://schemas.microsoft.com/office/drawing/2014/main" id="{ECA87E05-3A17-49F2-B28B-3F24E65E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02">
            <a:extLst xmlns:a="http://schemas.openxmlformats.org/drawingml/2006/main">
              <a:ext uri="{FF2B5EF4-FFF2-40B4-BE49-F238E27FC236}">
                <a16:creationId xmlns:a16="http://schemas.microsoft.com/office/drawing/2014/main" id="{B40268E2-7A72-465B-896C-EFE08971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03">
            <a:extLst xmlns:a="http://schemas.openxmlformats.org/drawingml/2006/main">
              <a:ext uri="{FF2B5EF4-FFF2-40B4-BE49-F238E27FC236}">
                <a16:creationId xmlns:a16="http://schemas.microsoft.com/office/drawing/2014/main" id="{C4030659-8219-4CBF-939F-A07DC749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28</a:t>
            </a:r>
          </a:p>
        </p:txBody>
      </p:sp>
      <p:sp>
        <p:nvSpPr>
          <p:cNvPr id="5" name="native-404">
            <a:extLst xmlns:a="http://schemas.openxmlformats.org/drawingml/2006/main">
              <a:ext uri="{FF2B5EF4-FFF2-40B4-BE49-F238E27FC236}">
                <a16:creationId xmlns:a16="http://schemas.microsoft.com/office/drawing/2014/main" id="{7B7AD4CE-B93B-47E5-9EED-67DF0CE1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SYSTEM ADMIN</a:t>
            </a:r>
          </a:p>
        </p:txBody>
      </p:sp>
      <p:sp>
        <p:nvSpPr>
          <p:cNvPr id="6" name="native-405">
            <a:extLst xmlns:a="http://schemas.openxmlformats.org/drawingml/2006/main">
              <a:ext uri="{FF2B5EF4-FFF2-40B4-BE49-F238E27FC236}">
                <a16:creationId xmlns:a16="http://schemas.microsoft.com/office/drawing/2014/main" id="{D26F882B-B225-456F-A660-277EA5BD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06">
            <a:extLst xmlns:a="http://schemas.openxmlformats.org/drawingml/2006/main">
              <a:ext uri="{FF2B5EF4-FFF2-40B4-BE49-F238E27FC236}">
                <a16:creationId xmlns:a16="http://schemas.microsoft.com/office/drawing/2014/main" id="{1BA82095-1AB9-45C5-AC2A-A1A1057A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2CCED-C651-411A-81FC-4B11F7F49A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b5cd1ad9e4c9e"/>
          <a:stretch xmlns:a="http://schemas.openxmlformats.org/drawingml/2006/main"/>
        </p:blipFill>
        <p:spPr>
          <a:xfrm xmlns:a="http://schemas.openxmlformats.org/drawingml/2006/main">
            <a:off x="4110226" y="1619250"/>
            <a:ext cx="5495548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32159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07">
            <a:extLst xmlns:a="http://schemas.openxmlformats.org/drawingml/2006/main">
              <a:ext uri="{FF2B5EF4-FFF2-40B4-BE49-F238E27FC236}">
                <a16:creationId xmlns:a16="http://schemas.microsoft.com/office/drawing/2014/main" id="{A063D619-310A-4A71-AA37-E47B0D2C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08">
            <a:extLst xmlns:a="http://schemas.openxmlformats.org/drawingml/2006/main">
              <a:ext uri="{FF2B5EF4-FFF2-40B4-BE49-F238E27FC236}">
                <a16:creationId xmlns:a16="http://schemas.microsoft.com/office/drawing/2014/main" id="{B29F7C98-C762-4990-87D9-44D383F5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09">
            <a:extLst xmlns:a="http://schemas.openxmlformats.org/drawingml/2006/main">
              <a:ext uri="{FF2B5EF4-FFF2-40B4-BE49-F238E27FC236}">
                <a16:creationId xmlns:a16="http://schemas.microsoft.com/office/drawing/2014/main" id="{1934D118-70A7-4CE5-91D3-35926ACC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10">
            <a:extLst xmlns:a="http://schemas.openxmlformats.org/drawingml/2006/main">
              <a:ext uri="{FF2B5EF4-FFF2-40B4-BE49-F238E27FC236}">
                <a16:creationId xmlns:a16="http://schemas.microsoft.com/office/drawing/2014/main" id="{E2BCBBE2-2375-47AD-A68C-EB21300F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29</a:t>
            </a:r>
          </a:p>
        </p:txBody>
      </p:sp>
      <p:sp>
        <p:nvSpPr>
          <p:cNvPr id="5" name="native-411">
            <a:extLst xmlns:a="http://schemas.openxmlformats.org/drawingml/2006/main">
              <a:ext uri="{FF2B5EF4-FFF2-40B4-BE49-F238E27FC236}">
                <a16:creationId xmlns:a16="http://schemas.microsoft.com/office/drawing/2014/main" id="{B7FDB5AB-D137-4DB7-BF2E-766F0EA9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MEETING ORGANIZER</a:t>
            </a:r>
          </a:p>
        </p:txBody>
      </p:sp>
      <p:sp>
        <p:nvSpPr>
          <p:cNvPr id="6" name="native-412">
            <a:extLst xmlns:a="http://schemas.openxmlformats.org/drawingml/2006/main">
              <a:ext uri="{FF2B5EF4-FFF2-40B4-BE49-F238E27FC236}">
                <a16:creationId xmlns:a16="http://schemas.microsoft.com/office/drawing/2014/main" id="{80E75C2F-44CA-435E-B471-2CFF2EA2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13">
            <a:extLst xmlns:a="http://schemas.openxmlformats.org/drawingml/2006/main">
              <a:ext uri="{FF2B5EF4-FFF2-40B4-BE49-F238E27FC236}">
                <a16:creationId xmlns:a16="http://schemas.microsoft.com/office/drawing/2014/main" id="{3ADFE94D-947D-4BCB-93BA-BE611EFA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38C600-C50D-43C8-9128-15834D91D7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768541bfed4039"/>
          <a:stretch xmlns:a="http://schemas.openxmlformats.org/drawingml/2006/main"/>
        </p:blipFill>
        <p:spPr>
          <a:xfrm xmlns:a="http://schemas.openxmlformats.org/drawingml/2006/main">
            <a:off x="3986859" y="1619250"/>
            <a:ext cx="5742281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4147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14">
            <a:extLst xmlns:a="http://schemas.openxmlformats.org/drawingml/2006/main">
              <a:ext uri="{FF2B5EF4-FFF2-40B4-BE49-F238E27FC236}">
                <a16:creationId xmlns:a16="http://schemas.microsoft.com/office/drawing/2014/main" id="{FC285C69-260F-4887-BC8B-408B1CA0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15">
            <a:extLst xmlns:a="http://schemas.openxmlformats.org/drawingml/2006/main">
              <a:ext uri="{FF2B5EF4-FFF2-40B4-BE49-F238E27FC236}">
                <a16:creationId xmlns:a16="http://schemas.microsoft.com/office/drawing/2014/main" id="{1000DC01-D8B3-4CC3-AAE8-F8DCEB01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16">
            <a:extLst xmlns:a="http://schemas.openxmlformats.org/drawingml/2006/main">
              <a:ext uri="{FF2B5EF4-FFF2-40B4-BE49-F238E27FC236}">
                <a16:creationId xmlns:a16="http://schemas.microsoft.com/office/drawing/2014/main" id="{D7671434-06E0-4799-AD39-82F235F0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17">
            <a:extLst xmlns:a="http://schemas.openxmlformats.org/drawingml/2006/main">
              <a:ext uri="{FF2B5EF4-FFF2-40B4-BE49-F238E27FC236}">
                <a16:creationId xmlns:a16="http://schemas.microsoft.com/office/drawing/2014/main" id="{7B473825-D31A-4EC6-813E-9447FA07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30</a:t>
            </a:r>
          </a:p>
        </p:txBody>
      </p:sp>
      <p:sp>
        <p:nvSpPr>
          <p:cNvPr id="5" name="native-418">
            <a:extLst xmlns:a="http://schemas.openxmlformats.org/drawingml/2006/main">
              <a:ext uri="{FF2B5EF4-FFF2-40B4-BE49-F238E27FC236}">
                <a16:creationId xmlns:a16="http://schemas.microsoft.com/office/drawing/2014/main" id="{55905E06-0287-489C-A4B3-4962CCE9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MEETING APPROVER</a:t>
            </a:r>
          </a:p>
        </p:txBody>
      </p:sp>
      <p:sp>
        <p:nvSpPr>
          <p:cNvPr id="6" name="native-419">
            <a:extLst xmlns:a="http://schemas.openxmlformats.org/drawingml/2006/main">
              <a:ext uri="{FF2B5EF4-FFF2-40B4-BE49-F238E27FC236}">
                <a16:creationId xmlns:a16="http://schemas.microsoft.com/office/drawing/2014/main" id="{DBCD7151-9735-4229-A668-ACF629454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20">
            <a:extLst xmlns:a="http://schemas.openxmlformats.org/drawingml/2006/main">
              <a:ext uri="{FF2B5EF4-FFF2-40B4-BE49-F238E27FC236}">
                <a16:creationId xmlns:a16="http://schemas.microsoft.com/office/drawing/2014/main" id="{135F598D-BFE3-40BC-9928-1E6CF2F4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4227D-2BF9-41C3-9A4D-96A073D053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eecfafec44377"/>
          <a:stretch xmlns:a="http://schemas.openxmlformats.org/drawingml/2006/main"/>
        </p:blipFill>
        <p:spPr>
          <a:xfrm xmlns:a="http://schemas.openxmlformats.org/drawingml/2006/main">
            <a:off x="4294654" y="1619250"/>
            <a:ext cx="5126691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27015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21">
            <a:extLst xmlns:a="http://schemas.openxmlformats.org/drawingml/2006/main">
              <a:ext uri="{FF2B5EF4-FFF2-40B4-BE49-F238E27FC236}">
                <a16:creationId xmlns:a16="http://schemas.microsoft.com/office/drawing/2014/main" id="{06B4C2FF-B503-4BCF-AAFB-A64ABCAA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22">
            <a:extLst xmlns:a="http://schemas.openxmlformats.org/drawingml/2006/main">
              <a:ext uri="{FF2B5EF4-FFF2-40B4-BE49-F238E27FC236}">
                <a16:creationId xmlns:a16="http://schemas.microsoft.com/office/drawing/2014/main" id="{5E008385-D945-438F-9458-79EFE680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23">
            <a:extLst xmlns:a="http://schemas.openxmlformats.org/drawingml/2006/main">
              <a:ext uri="{FF2B5EF4-FFF2-40B4-BE49-F238E27FC236}">
                <a16:creationId xmlns:a16="http://schemas.microsoft.com/office/drawing/2014/main" id="{0F74A009-67B1-46B3-894E-BB8C5C64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24">
            <a:extLst xmlns:a="http://schemas.openxmlformats.org/drawingml/2006/main">
              <a:ext uri="{FF2B5EF4-FFF2-40B4-BE49-F238E27FC236}">
                <a16:creationId xmlns:a16="http://schemas.microsoft.com/office/drawing/2014/main" id="{1152F4A5-BCB1-4B80-A5EB-704DFED5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31</a:t>
            </a:r>
          </a:p>
        </p:txBody>
      </p:sp>
      <p:sp>
        <p:nvSpPr>
          <p:cNvPr id="5" name="native-425">
            <a:extLst xmlns:a="http://schemas.openxmlformats.org/drawingml/2006/main">
              <a:ext uri="{FF2B5EF4-FFF2-40B4-BE49-F238E27FC236}">
                <a16:creationId xmlns:a16="http://schemas.microsoft.com/office/drawing/2014/main" id="{EF047B23-ABC9-4DB9-9770-85A83BEE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CHAIR</a:t>
            </a:r>
          </a:p>
        </p:txBody>
      </p:sp>
      <p:sp>
        <p:nvSpPr>
          <p:cNvPr id="6" name="native-426">
            <a:extLst xmlns:a="http://schemas.openxmlformats.org/drawingml/2006/main">
              <a:ext uri="{FF2B5EF4-FFF2-40B4-BE49-F238E27FC236}">
                <a16:creationId xmlns:a16="http://schemas.microsoft.com/office/drawing/2014/main" id="{1A597B33-8293-41F9-93C0-A138FF0F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27">
            <a:extLst xmlns:a="http://schemas.openxmlformats.org/drawingml/2006/main">
              <a:ext uri="{FF2B5EF4-FFF2-40B4-BE49-F238E27FC236}">
                <a16:creationId xmlns:a16="http://schemas.microsoft.com/office/drawing/2014/main" id="{E99E1D95-D876-4AF8-99B6-6F5A68D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BFAB0-6CA0-411A-8007-50E798E619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59745e2d84eed"/>
          <a:stretch xmlns:a="http://schemas.openxmlformats.org/drawingml/2006/main"/>
        </p:blipFill>
        <p:spPr>
          <a:xfrm xmlns:a="http://schemas.openxmlformats.org/drawingml/2006/main">
            <a:off x="3679530" y="1619250"/>
            <a:ext cx="6356940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7955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28">
            <a:extLst xmlns:a="http://schemas.openxmlformats.org/drawingml/2006/main">
              <a:ext uri="{FF2B5EF4-FFF2-40B4-BE49-F238E27FC236}">
                <a16:creationId xmlns:a16="http://schemas.microsoft.com/office/drawing/2014/main" id="{8EA9EDA5-C0E5-4B86-9063-93D65367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29">
            <a:extLst xmlns:a="http://schemas.openxmlformats.org/drawingml/2006/main">
              <a:ext uri="{FF2B5EF4-FFF2-40B4-BE49-F238E27FC236}">
                <a16:creationId xmlns:a16="http://schemas.microsoft.com/office/drawing/2014/main" id="{D255E411-3807-4081-8210-58635216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30">
            <a:extLst xmlns:a="http://schemas.openxmlformats.org/drawingml/2006/main">
              <a:ext uri="{FF2B5EF4-FFF2-40B4-BE49-F238E27FC236}">
                <a16:creationId xmlns:a16="http://schemas.microsoft.com/office/drawing/2014/main" id="{78CBAA23-77FC-4600-9E27-2AA7021B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31">
            <a:extLst xmlns:a="http://schemas.openxmlformats.org/drawingml/2006/main">
              <a:ext uri="{FF2B5EF4-FFF2-40B4-BE49-F238E27FC236}">
                <a16:creationId xmlns:a16="http://schemas.microsoft.com/office/drawing/2014/main" id="{C4A748FE-D78F-4D3E-8F7D-7F7D214F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32</a:t>
            </a:r>
          </a:p>
        </p:txBody>
      </p:sp>
      <p:sp>
        <p:nvSpPr>
          <p:cNvPr id="5" name="native-432">
            <a:extLst xmlns:a="http://schemas.openxmlformats.org/drawingml/2006/main">
              <a:ext uri="{FF2B5EF4-FFF2-40B4-BE49-F238E27FC236}">
                <a16:creationId xmlns:a16="http://schemas.microsoft.com/office/drawing/2014/main" id="{9D09E41D-4A25-4E4D-A3CF-B645A8B5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SECRETARY</a:t>
            </a:r>
          </a:p>
        </p:txBody>
      </p:sp>
      <p:sp>
        <p:nvSpPr>
          <p:cNvPr id="6" name="native-433">
            <a:extLst xmlns:a="http://schemas.openxmlformats.org/drawingml/2006/main">
              <a:ext uri="{FF2B5EF4-FFF2-40B4-BE49-F238E27FC236}">
                <a16:creationId xmlns:a16="http://schemas.microsoft.com/office/drawing/2014/main" id="{C48F9585-C9F2-47D0-9E8F-301CE65B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34">
            <a:extLst xmlns:a="http://schemas.openxmlformats.org/drawingml/2006/main">
              <a:ext uri="{FF2B5EF4-FFF2-40B4-BE49-F238E27FC236}">
                <a16:creationId xmlns:a16="http://schemas.microsoft.com/office/drawing/2014/main" id="{BD375392-9EBD-41C8-986D-8B82C3F4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FD093-1E16-489B-B79E-BF0D6D74B6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84a182c70431c"/>
          <a:stretch xmlns:a="http://schemas.openxmlformats.org/drawingml/2006/main"/>
        </p:blipFill>
        <p:spPr>
          <a:xfrm xmlns:a="http://schemas.openxmlformats.org/drawingml/2006/main">
            <a:off x="4359216" y="1619250"/>
            <a:ext cx="4997568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16469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35">
            <a:extLst xmlns:a="http://schemas.openxmlformats.org/drawingml/2006/main">
              <a:ext uri="{FF2B5EF4-FFF2-40B4-BE49-F238E27FC236}">
                <a16:creationId xmlns:a16="http://schemas.microsoft.com/office/drawing/2014/main" id="{FBD549C3-4762-487B-86B4-6C358B77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36">
            <a:extLst xmlns:a="http://schemas.openxmlformats.org/drawingml/2006/main">
              <a:ext uri="{FF2B5EF4-FFF2-40B4-BE49-F238E27FC236}">
                <a16:creationId xmlns:a16="http://schemas.microsoft.com/office/drawing/2014/main" id="{8E9EFE2E-5B94-4AE2-9EF8-F1CB796C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37">
            <a:extLst xmlns:a="http://schemas.openxmlformats.org/drawingml/2006/main">
              <a:ext uri="{FF2B5EF4-FFF2-40B4-BE49-F238E27FC236}">
                <a16:creationId xmlns:a16="http://schemas.microsoft.com/office/drawing/2014/main" id="{D9D79FDA-28A4-4422-B505-D1F62D04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38">
            <a:extLst xmlns:a="http://schemas.openxmlformats.org/drawingml/2006/main">
              <a:ext uri="{FF2B5EF4-FFF2-40B4-BE49-F238E27FC236}">
                <a16:creationId xmlns:a16="http://schemas.microsoft.com/office/drawing/2014/main" id="{5480053C-D84A-4AE6-BD99-E8E0BDF4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33</a:t>
            </a:r>
          </a:p>
        </p:txBody>
      </p:sp>
      <p:sp>
        <p:nvSpPr>
          <p:cNvPr id="5" name="native-439">
            <a:extLst xmlns:a="http://schemas.openxmlformats.org/drawingml/2006/main">
              <a:ext uri="{FF2B5EF4-FFF2-40B4-BE49-F238E27FC236}">
                <a16:creationId xmlns:a16="http://schemas.microsoft.com/office/drawing/2014/main" id="{440553ED-8106-48A7-81BB-2199732F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PARTICIPANT</a:t>
            </a:r>
          </a:p>
        </p:txBody>
      </p:sp>
      <p:sp>
        <p:nvSpPr>
          <p:cNvPr id="6" name="native-440">
            <a:extLst xmlns:a="http://schemas.openxmlformats.org/drawingml/2006/main">
              <a:ext uri="{FF2B5EF4-FFF2-40B4-BE49-F238E27FC236}">
                <a16:creationId xmlns:a16="http://schemas.microsoft.com/office/drawing/2014/main" id="{67D754E7-7B42-46D6-865A-E08E336A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41">
            <a:extLst xmlns:a="http://schemas.openxmlformats.org/drawingml/2006/main">
              <a:ext uri="{FF2B5EF4-FFF2-40B4-BE49-F238E27FC236}">
                <a16:creationId xmlns:a16="http://schemas.microsoft.com/office/drawing/2014/main" id="{2556D559-AC64-446B-8CAB-F970F008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54CFD-D2C2-4F1D-8730-325AD80D60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bd528e2354cb0"/>
          <a:stretch xmlns:a="http://schemas.openxmlformats.org/drawingml/2006/main"/>
        </p:blipFill>
        <p:spPr>
          <a:xfrm xmlns:a="http://schemas.openxmlformats.org/drawingml/2006/main">
            <a:off x="3511580" y="1619250"/>
            <a:ext cx="6692840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95817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42">
            <a:extLst xmlns:a="http://schemas.openxmlformats.org/drawingml/2006/main">
              <a:ext uri="{FF2B5EF4-FFF2-40B4-BE49-F238E27FC236}">
                <a16:creationId xmlns:a16="http://schemas.microsoft.com/office/drawing/2014/main" id="{6C60BCB1-506A-4909-ACD6-9F77F93C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43">
            <a:extLst xmlns:a="http://schemas.openxmlformats.org/drawingml/2006/main">
              <a:ext uri="{FF2B5EF4-FFF2-40B4-BE49-F238E27FC236}">
                <a16:creationId xmlns:a16="http://schemas.microsoft.com/office/drawing/2014/main" id="{7EA8ECA9-59BB-4592-A3C4-4D7ABDDA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44">
            <a:extLst xmlns:a="http://schemas.openxmlformats.org/drawingml/2006/main">
              <a:ext uri="{FF2B5EF4-FFF2-40B4-BE49-F238E27FC236}">
                <a16:creationId xmlns:a16="http://schemas.microsoft.com/office/drawing/2014/main" id="{8A631229-B84E-4A38-AC3E-9444B3E2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45">
            <a:extLst xmlns:a="http://schemas.openxmlformats.org/drawingml/2006/main">
              <a:ext uri="{FF2B5EF4-FFF2-40B4-BE49-F238E27FC236}">
                <a16:creationId xmlns:a16="http://schemas.microsoft.com/office/drawing/2014/main" id="{1C566261-3165-4DFF-82DB-87E8F31B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34</a:t>
            </a:r>
          </a:p>
        </p:txBody>
      </p:sp>
      <p:sp>
        <p:nvSpPr>
          <p:cNvPr id="5" name="native-446">
            <a:extLst xmlns:a="http://schemas.openxmlformats.org/drawingml/2006/main">
              <a:ext uri="{FF2B5EF4-FFF2-40B4-BE49-F238E27FC236}">
                <a16:creationId xmlns:a16="http://schemas.microsoft.com/office/drawing/2014/main" id="{6E930D20-AF7F-422C-BA34-A3D93E51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GUEST</a:t>
            </a:r>
          </a:p>
        </p:txBody>
      </p:sp>
      <p:sp>
        <p:nvSpPr>
          <p:cNvPr id="6" name="native-447">
            <a:extLst xmlns:a="http://schemas.openxmlformats.org/drawingml/2006/main">
              <a:ext uri="{FF2B5EF4-FFF2-40B4-BE49-F238E27FC236}">
                <a16:creationId xmlns:a16="http://schemas.microsoft.com/office/drawing/2014/main" id="{1D84DC5F-292C-489D-8874-C7A312FD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48">
            <a:extLst xmlns:a="http://schemas.openxmlformats.org/drawingml/2006/main">
              <a:ext uri="{FF2B5EF4-FFF2-40B4-BE49-F238E27FC236}">
                <a16:creationId xmlns:a16="http://schemas.microsoft.com/office/drawing/2014/main" id="{0634227C-2921-4B20-ACB0-04EA0C29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A56C70-A4BC-47BE-B83B-CED49FDF8A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07c48ca934590"/>
          <a:stretch xmlns:a="http://schemas.openxmlformats.org/drawingml/2006/main"/>
        </p:blipFill>
        <p:spPr>
          <a:xfrm xmlns:a="http://schemas.openxmlformats.org/drawingml/2006/main">
            <a:off x="3972773" y="1619250"/>
            <a:ext cx="5770454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5730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49">
            <a:extLst xmlns:a="http://schemas.openxmlformats.org/drawingml/2006/main">
              <a:ext uri="{FF2B5EF4-FFF2-40B4-BE49-F238E27FC236}">
                <a16:creationId xmlns:a16="http://schemas.microsoft.com/office/drawing/2014/main" id="{4909311E-B9A9-471E-BDD8-9C0F7B48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50">
            <a:extLst xmlns:a="http://schemas.openxmlformats.org/drawingml/2006/main">
              <a:ext uri="{FF2B5EF4-FFF2-40B4-BE49-F238E27FC236}">
                <a16:creationId xmlns:a16="http://schemas.microsoft.com/office/drawing/2014/main" id="{51DCF2B3-485E-44A1-A04E-9BE93E27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51">
            <a:extLst xmlns:a="http://schemas.openxmlformats.org/drawingml/2006/main">
              <a:ext uri="{FF2B5EF4-FFF2-40B4-BE49-F238E27FC236}">
                <a16:creationId xmlns:a16="http://schemas.microsoft.com/office/drawing/2014/main" id="{0A7C6B26-5A65-4CF7-BFC4-23323B88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52">
            <a:extLst xmlns:a="http://schemas.openxmlformats.org/drawingml/2006/main">
              <a:ext uri="{FF2B5EF4-FFF2-40B4-BE49-F238E27FC236}">
                <a16:creationId xmlns:a16="http://schemas.microsoft.com/office/drawing/2014/main" id="{55AB3620-07B5-472E-89ED-10347CD7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35</a:t>
            </a:r>
          </a:p>
        </p:txBody>
      </p:sp>
      <p:sp>
        <p:nvSpPr>
          <p:cNvPr id="5" name="native-453">
            <a:extLst xmlns:a="http://schemas.openxmlformats.org/drawingml/2006/main">
              <a:ext uri="{FF2B5EF4-FFF2-40B4-BE49-F238E27FC236}">
                <a16:creationId xmlns:a16="http://schemas.microsoft.com/office/drawing/2014/main" id="{00EA8BCB-6C5B-4D9B-A3CE-0A9D5629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BF-01 — SYSTEM ACCESS &amp; ADMINISTRATION</a:t>
            </a:r>
          </a:p>
        </p:txBody>
      </p:sp>
      <p:sp>
        <p:nvSpPr>
          <p:cNvPr id="6" name="native-454">
            <a:extLst xmlns:a="http://schemas.openxmlformats.org/drawingml/2006/main">
              <a:ext uri="{FF2B5EF4-FFF2-40B4-BE49-F238E27FC236}">
                <a16:creationId xmlns:a16="http://schemas.microsoft.com/office/drawing/2014/main" id="{2E1B0832-A8CA-4601-844E-0D8B3CB9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55">
            <a:extLst xmlns:a="http://schemas.openxmlformats.org/drawingml/2006/main">
              <a:ext uri="{FF2B5EF4-FFF2-40B4-BE49-F238E27FC236}">
                <a16:creationId xmlns:a16="http://schemas.microsoft.com/office/drawing/2014/main" id="{5351DA5C-C6DA-4F34-B7EB-08C8B0F3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34D50-3F68-4055-B63E-EC0D7D7D60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f1cc54eff42c9"/>
          <a:stretch xmlns:a="http://schemas.openxmlformats.org/drawingml/2006/main"/>
        </p:blipFill>
        <p:spPr>
          <a:xfrm xmlns:a="http://schemas.openxmlformats.org/drawingml/2006/main">
            <a:off x="3949060" y="1619250"/>
            <a:ext cx="5817881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02388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56">
            <a:extLst xmlns:a="http://schemas.openxmlformats.org/drawingml/2006/main">
              <a:ext uri="{FF2B5EF4-FFF2-40B4-BE49-F238E27FC236}">
                <a16:creationId xmlns:a16="http://schemas.microsoft.com/office/drawing/2014/main" id="{5EB01EFF-0092-4F6E-B468-D34C6D80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57">
            <a:extLst xmlns:a="http://schemas.openxmlformats.org/drawingml/2006/main">
              <a:ext uri="{FF2B5EF4-FFF2-40B4-BE49-F238E27FC236}">
                <a16:creationId xmlns:a16="http://schemas.microsoft.com/office/drawing/2014/main" id="{967F73C3-7A57-4154-9073-4223AD68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58">
            <a:extLst xmlns:a="http://schemas.openxmlformats.org/drawingml/2006/main">
              <a:ext uri="{FF2B5EF4-FFF2-40B4-BE49-F238E27FC236}">
                <a16:creationId xmlns:a16="http://schemas.microsoft.com/office/drawing/2014/main" id="{1D18642C-5E31-424B-8F29-8A75AD7A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59">
            <a:extLst xmlns:a="http://schemas.openxmlformats.org/drawingml/2006/main">
              <a:ext uri="{FF2B5EF4-FFF2-40B4-BE49-F238E27FC236}">
                <a16:creationId xmlns:a16="http://schemas.microsoft.com/office/drawing/2014/main" id="{0E9FF6FA-9B8E-432A-830F-FB8A8E47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36</a:t>
            </a:r>
          </a:p>
        </p:txBody>
      </p:sp>
      <p:sp>
        <p:nvSpPr>
          <p:cNvPr id="5" name="native-460">
            <a:extLst xmlns:a="http://schemas.openxmlformats.org/drawingml/2006/main">
              <a:ext uri="{FF2B5EF4-FFF2-40B4-BE49-F238E27FC236}">
                <a16:creationId xmlns:a16="http://schemas.microsoft.com/office/drawing/2014/main" id="{C29AAD4C-4548-4D70-83EB-810094C0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BF-02 — MEETING PREPARATION &amp; APPROVAL</a:t>
            </a:r>
          </a:p>
        </p:txBody>
      </p:sp>
      <p:sp>
        <p:nvSpPr>
          <p:cNvPr id="6" name="native-461">
            <a:extLst xmlns:a="http://schemas.openxmlformats.org/drawingml/2006/main">
              <a:ext uri="{FF2B5EF4-FFF2-40B4-BE49-F238E27FC236}">
                <a16:creationId xmlns:a16="http://schemas.microsoft.com/office/drawing/2014/main" id="{3DEEB72B-70E3-46B6-9060-DD780FAB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62">
            <a:extLst xmlns:a="http://schemas.openxmlformats.org/drawingml/2006/main">
              <a:ext uri="{FF2B5EF4-FFF2-40B4-BE49-F238E27FC236}">
                <a16:creationId xmlns:a16="http://schemas.microsoft.com/office/drawing/2014/main" id="{AF0F767F-A840-4EC9-A0A1-57E7E220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13858F-486F-4FE5-9625-3FE8433F9A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668bde9604bc8"/>
          <a:stretch xmlns:a="http://schemas.openxmlformats.org/drawingml/2006/main"/>
        </p:blipFill>
        <p:spPr>
          <a:xfrm xmlns:a="http://schemas.openxmlformats.org/drawingml/2006/main">
            <a:off x="4270609" y="1619250"/>
            <a:ext cx="5174782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17242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63">
            <a:extLst xmlns:a="http://schemas.openxmlformats.org/drawingml/2006/main">
              <a:ext uri="{FF2B5EF4-FFF2-40B4-BE49-F238E27FC236}">
                <a16:creationId xmlns:a16="http://schemas.microsoft.com/office/drawing/2014/main" id="{FB957BCA-30C3-485F-956A-C5C8679D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64">
            <a:extLst xmlns:a="http://schemas.openxmlformats.org/drawingml/2006/main">
              <a:ext uri="{FF2B5EF4-FFF2-40B4-BE49-F238E27FC236}">
                <a16:creationId xmlns:a16="http://schemas.microsoft.com/office/drawing/2014/main" id="{33B1AF2F-3B89-4551-90AC-2902FF18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65">
            <a:extLst xmlns:a="http://schemas.openxmlformats.org/drawingml/2006/main">
              <a:ext uri="{FF2B5EF4-FFF2-40B4-BE49-F238E27FC236}">
                <a16:creationId xmlns:a16="http://schemas.microsoft.com/office/drawing/2014/main" id="{40DE9C9D-EAC9-478B-B8D0-E913BCC4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66">
            <a:extLst xmlns:a="http://schemas.openxmlformats.org/drawingml/2006/main">
              <a:ext uri="{FF2B5EF4-FFF2-40B4-BE49-F238E27FC236}">
                <a16:creationId xmlns:a16="http://schemas.microsoft.com/office/drawing/2014/main" id="{AB3BFCE2-001B-4553-BA4B-D9663773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37</a:t>
            </a:r>
          </a:p>
        </p:txBody>
      </p:sp>
      <p:sp>
        <p:nvSpPr>
          <p:cNvPr id="5" name="native-467">
            <a:extLst xmlns:a="http://schemas.openxmlformats.org/drawingml/2006/main">
              <a:ext uri="{FF2B5EF4-FFF2-40B4-BE49-F238E27FC236}">
                <a16:creationId xmlns:a16="http://schemas.microsoft.com/office/drawing/2014/main" id="{EF65B755-E40A-409F-B5DF-9A5E36FA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BF-03 — MEETING EXECUTION &amp; DECISION MAKING</a:t>
            </a:r>
          </a:p>
        </p:txBody>
      </p:sp>
      <p:sp>
        <p:nvSpPr>
          <p:cNvPr id="6" name="native-468">
            <a:extLst xmlns:a="http://schemas.openxmlformats.org/drawingml/2006/main">
              <a:ext uri="{FF2B5EF4-FFF2-40B4-BE49-F238E27FC236}">
                <a16:creationId xmlns:a16="http://schemas.microsoft.com/office/drawing/2014/main" id="{D4EBBD74-9D7D-4FEC-8745-705FDC9B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69">
            <a:extLst xmlns:a="http://schemas.openxmlformats.org/drawingml/2006/main">
              <a:ext uri="{FF2B5EF4-FFF2-40B4-BE49-F238E27FC236}">
                <a16:creationId xmlns:a16="http://schemas.microsoft.com/office/drawing/2014/main" id="{947BD95D-24B6-40F6-82C0-870C5464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CB7502-0EEB-4359-9E72-200210B781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c86ed67df4c53"/>
          <a:stretch xmlns:a="http://schemas.openxmlformats.org/drawingml/2006/main"/>
        </p:blipFill>
        <p:spPr>
          <a:xfrm xmlns:a="http://schemas.openxmlformats.org/drawingml/2006/main">
            <a:off x="4332169" y="1619250"/>
            <a:ext cx="5051662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2330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70">
            <a:extLst xmlns:a="http://schemas.openxmlformats.org/drawingml/2006/main">
              <a:ext uri="{FF2B5EF4-FFF2-40B4-BE49-F238E27FC236}">
                <a16:creationId xmlns:a16="http://schemas.microsoft.com/office/drawing/2014/main" id="{6CCA1EFD-ECEB-481D-BE9B-B929089A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71">
            <a:extLst xmlns:a="http://schemas.openxmlformats.org/drawingml/2006/main">
              <a:ext uri="{FF2B5EF4-FFF2-40B4-BE49-F238E27FC236}">
                <a16:creationId xmlns:a16="http://schemas.microsoft.com/office/drawing/2014/main" id="{F7D50814-CF8B-495E-ACED-141A9CCC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72">
            <a:extLst xmlns:a="http://schemas.openxmlformats.org/drawingml/2006/main">
              <a:ext uri="{FF2B5EF4-FFF2-40B4-BE49-F238E27FC236}">
                <a16:creationId xmlns:a16="http://schemas.microsoft.com/office/drawing/2014/main" id="{0059F1BD-2E79-4600-BA7D-107066CF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73">
            <a:extLst xmlns:a="http://schemas.openxmlformats.org/drawingml/2006/main">
              <a:ext uri="{FF2B5EF4-FFF2-40B4-BE49-F238E27FC236}">
                <a16:creationId xmlns:a16="http://schemas.microsoft.com/office/drawing/2014/main" id="{DCE46308-2298-43C5-9607-4656E398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38</a:t>
            </a:r>
          </a:p>
        </p:txBody>
      </p:sp>
      <p:sp>
        <p:nvSpPr>
          <p:cNvPr id="5" name="native-474">
            <a:extLst xmlns:a="http://schemas.openxmlformats.org/drawingml/2006/main">
              <a:ext uri="{FF2B5EF4-FFF2-40B4-BE49-F238E27FC236}">
                <a16:creationId xmlns:a16="http://schemas.microsoft.com/office/drawing/2014/main" id="{771CA028-C412-4D72-8499-5F6CCC5A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BF-04 — POST-MEETING PROCESSING &amp; RECORDS</a:t>
            </a:r>
          </a:p>
        </p:txBody>
      </p:sp>
      <p:sp>
        <p:nvSpPr>
          <p:cNvPr id="6" name="native-475">
            <a:extLst xmlns:a="http://schemas.openxmlformats.org/drawingml/2006/main">
              <a:ext uri="{FF2B5EF4-FFF2-40B4-BE49-F238E27FC236}">
                <a16:creationId xmlns:a16="http://schemas.microsoft.com/office/drawing/2014/main" id="{EC47C947-FB6D-4415-87ED-92E7F2ED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76">
            <a:extLst xmlns:a="http://schemas.openxmlformats.org/drawingml/2006/main">
              <a:ext uri="{FF2B5EF4-FFF2-40B4-BE49-F238E27FC236}">
                <a16:creationId xmlns:a16="http://schemas.microsoft.com/office/drawing/2014/main" id="{E7E3D572-A2A8-44D3-BF49-F5511E76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87E1CD-6C04-4B8B-B5E2-A4D4266694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9d869aff9242a8"/>
          <a:stretch xmlns:a="http://schemas.openxmlformats.org/drawingml/2006/main"/>
        </p:blipFill>
        <p:spPr>
          <a:xfrm xmlns:a="http://schemas.openxmlformats.org/drawingml/2006/main">
            <a:off x="4871556" y="1619250"/>
            <a:ext cx="3972889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3639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77">
            <a:extLst xmlns:a="http://schemas.openxmlformats.org/drawingml/2006/main">
              <a:ext uri="{FF2B5EF4-FFF2-40B4-BE49-F238E27FC236}">
                <a16:creationId xmlns:a16="http://schemas.microsoft.com/office/drawing/2014/main" id="{8CE29AE1-83D2-45A6-B03A-6F74936B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78">
            <a:extLst xmlns:a="http://schemas.openxmlformats.org/drawingml/2006/main">
              <a:ext uri="{FF2B5EF4-FFF2-40B4-BE49-F238E27FC236}">
                <a16:creationId xmlns:a16="http://schemas.microsoft.com/office/drawing/2014/main" id="{ECDFDEE2-F7AF-4C43-A598-455F33F4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79">
            <a:extLst xmlns:a="http://schemas.openxmlformats.org/drawingml/2006/main">
              <a:ext uri="{FF2B5EF4-FFF2-40B4-BE49-F238E27FC236}">
                <a16:creationId xmlns:a16="http://schemas.microsoft.com/office/drawing/2014/main" id="{550CE60C-D95A-4893-BCCA-678508A4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80">
            <a:extLst xmlns:a="http://schemas.openxmlformats.org/drawingml/2006/main">
              <a:ext uri="{FF2B5EF4-FFF2-40B4-BE49-F238E27FC236}">
                <a16:creationId xmlns:a16="http://schemas.microsoft.com/office/drawing/2014/main" id="{E6481AB8-4C53-4022-BA9B-210FC975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39</a:t>
            </a:r>
          </a:p>
        </p:txBody>
      </p:sp>
      <p:sp>
        <p:nvSpPr>
          <p:cNvPr id="5" name="native-481">
            <a:extLst xmlns:a="http://schemas.openxmlformats.org/drawingml/2006/main">
              <a:ext uri="{FF2B5EF4-FFF2-40B4-BE49-F238E27FC236}">
                <a16:creationId xmlns:a16="http://schemas.microsoft.com/office/drawing/2014/main" id="{79E1754C-B8F7-4178-B382-59413C02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MEETING</a:t>
            </a:r>
          </a:p>
        </p:txBody>
      </p:sp>
      <p:sp>
        <p:nvSpPr>
          <p:cNvPr id="6" name="native-482">
            <a:extLst xmlns:a="http://schemas.openxmlformats.org/drawingml/2006/main">
              <a:ext uri="{FF2B5EF4-FFF2-40B4-BE49-F238E27FC236}">
                <a16:creationId xmlns:a16="http://schemas.microsoft.com/office/drawing/2014/main" id="{B5F20214-5717-4E7D-8B5B-227B1676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83">
            <a:extLst xmlns:a="http://schemas.openxmlformats.org/drawingml/2006/main">
              <a:ext uri="{FF2B5EF4-FFF2-40B4-BE49-F238E27FC236}">
                <a16:creationId xmlns:a16="http://schemas.microsoft.com/office/drawing/2014/main" id="{7B978B7E-62D2-475D-9D8D-EBB77C81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43050"/>
            <a:ext cx="82867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394A11-092B-4F63-BA49-FC5884AA2C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42f0be2104b3a"/>
          <a:stretch xmlns:a="http://schemas.openxmlformats.org/drawingml/2006/main"/>
        </p:blipFill>
        <p:spPr>
          <a:xfrm xmlns:a="http://schemas.openxmlformats.org/drawingml/2006/main">
            <a:off x="2272234" y="1619250"/>
            <a:ext cx="5266281" cy="5086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95968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84">
            <a:extLst xmlns:a="http://schemas.openxmlformats.org/drawingml/2006/main">
              <a:ext uri="{FF2B5EF4-FFF2-40B4-BE49-F238E27FC236}">
                <a16:creationId xmlns:a16="http://schemas.microsoft.com/office/drawing/2014/main" id="{FD79328D-D977-4D84-8B85-45E3BBC2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85">
            <a:extLst xmlns:a="http://schemas.openxmlformats.org/drawingml/2006/main">
              <a:ext uri="{FF2B5EF4-FFF2-40B4-BE49-F238E27FC236}">
                <a16:creationId xmlns:a16="http://schemas.microsoft.com/office/drawing/2014/main" id="{FB64F0FE-AF3A-4401-B81B-292F7A06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86">
            <a:extLst xmlns:a="http://schemas.openxmlformats.org/drawingml/2006/main">
              <a:ext uri="{FF2B5EF4-FFF2-40B4-BE49-F238E27FC236}">
                <a16:creationId xmlns:a16="http://schemas.microsoft.com/office/drawing/2014/main" id="{804486BF-8A84-43ED-BD9E-355933C7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87">
            <a:extLst xmlns:a="http://schemas.openxmlformats.org/drawingml/2006/main">
              <a:ext uri="{FF2B5EF4-FFF2-40B4-BE49-F238E27FC236}">
                <a16:creationId xmlns:a16="http://schemas.microsoft.com/office/drawing/2014/main" id="{D75D73CF-78F2-4262-9E8D-7A023D42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40</a:t>
            </a:r>
          </a:p>
        </p:txBody>
      </p:sp>
      <p:sp>
        <p:nvSpPr>
          <p:cNvPr id="5" name="native-488">
            <a:extLst xmlns:a="http://schemas.openxmlformats.org/drawingml/2006/main">
              <a:ext uri="{FF2B5EF4-FFF2-40B4-BE49-F238E27FC236}">
                <a16:creationId xmlns:a16="http://schemas.microsoft.com/office/drawing/2014/main" id="{4FFCDD73-DB70-432C-8CBB-F78FC575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AGENDA ITEM</a:t>
            </a:r>
          </a:p>
        </p:txBody>
      </p:sp>
      <p:sp>
        <p:nvSpPr>
          <p:cNvPr id="6" name="native-489">
            <a:extLst xmlns:a="http://schemas.openxmlformats.org/drawingml/2006/main">
              <a:ext uri="{FF2B5EF4-FFF2-40B4-BE49-F238E27FC236}">
                <a16:creationId xmlns:a16="http://schemas.microsoft.com/office/drawing/2014/main" id="{75F03D6B-C9A9-46AB-9A90-D7485320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90">
            <a:extLst xmlns:a="http://schemas.openxmlformats.org/drawingml/2006/main">
              <a:ext uri="{FF2B5EF4-FFF2-40B4-BE49-F238E27FC236}">
                <a16:creationId xmlns:a16="http://schemas.microsoft.com/office/drawing/2014/main" id="{B3922559-4722-47AB-AD41-4D99B7B2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43050"/>
            <a:ext cx="82867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802BA4-73D0-481B-B4AC-73239D2EE9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11460b41904db3"/>
          <a:stretch xmlns:a="http://schemas.openxmlformats.org/drawingml/2006/main"/>
        </p:blipFill>
        <p:spPr>
          <a:xfrm xmlns:a="http://schemas.openxmlformats.org/drawingml/2006/main">
            <a:off x="876300" y="2067306"/>
            <a:ext cx="8058150" cy="41902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2883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91">
            <a:extLst xmlns:a="http://schemas.openxmlformats.org/drawingml/2006/main">
              <a:ext uri="{FF2B5EF4-FFF2-40B4-BE49-F238E27FC236}">
                <a16:creationId xmlns:a16="http://schemas.microsoft.com/office/drawing/2014/main" id="{25F02E62-28F9-454A-B3FF-D7E238D4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92">
            <a:extLst xmlns:a="http://schemas.openxmlformats.org/drawingml/2006/main">
              <a:ext uri="{FF2B5EF4-FFF2-40B4-BE49-F238E27FC236}">
                <a16:creationId xmlns:a16="http://schemas.microsoft.com/office/drawing/2014/main" id="{D0EF5697-9B02-46BD-82B8-E5BF2610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493">
            <a:extLst xmlns:a="http://schemas.openxmlformats.org/drawingml/2006/main">
              <a:ext uri="{FF2B5EF4-FFF2-40B4-BE49-F238E27FC236}">
                <a16:creationId xmlns:a16="http://schemas.microsoft.com/office/drawing/2014/main" id="{5C8C50FC-D640-4BAD-B7BE-6DBA1DBB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494">
            <a:extLst xmlns:a="http://schemas.openxmlformats.org/drawingml/2006/main">
              <a:ext uri="{FF2B5EF4-FFF2-40B4-BE49-F238E27FC236}">
                <a16:creationId xmlns:a16="http://schemas.microsoft.com/office/drawing/2014/main" id="{8643F93B-5144-4FD4-9058-A2F2DCE4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41</a:t>
            </a:r>
          </a:p>
        </p:txBody>
      </p:sp>
      <p:sp>
        <p:nvSpPr>
          <p:cNvPr id="5" name="native-495">
            <a:extLst xmlns:a="http://schemas.openxmlformats.org/drawingml/2006/main">
              <a:ext uri="{FF2B5EF4-FFF2-40B4-BE49-F238E27FC236}">
                <a16:creationId xmlns:a16="http://schemas.microsoft.com/office/drawing/2014/main" id="{0498DDFF-5133-4BCA-B26A-C629F2EB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MINUTES REVISION</a:t>
            </a:r>
          </a:p>
        </p:txBody>
      </p:sp>
      <p:sp>
        <p:nvSpPr>
          <p:cNvPr id="6" name="native-496">
            <a:extLst xmlns:a="http://schemas.openxmlformats.org/drawingml/2006/main">
              <a:ext uri="{FF2B5EF4-FFF2-40B4-BE49-F238E27FC236}">
                <a16:creationId xmlns:a16="http://schemas.microsoft.com/office/drawing/2014/main" id="{DCCD3CCB-A44F-48C3-A7B3-0123AB2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497">
            <a:extLst xmlns:a="http://schemas.openxmlformats.org/drawingml/2006/main">
              <a:ext uri="{FF2B5EF4-FFF2-40B4-BE49-F238E27FC236}">
                <a16:creationId xmlns:a16="http://schemas.microsoft.com/office/drawing/2014/main" id="{664E05F9-E153-4628-9D2A-CC815FB2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43050"/>
            <a:ext cx="82867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65C40-D9B6-4D10-A93B-7844FB0912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02bcc48694a59"/>
          <a:stretch xmlns:a="http://schemas.openxmlformats.org/drawingml/2006/main"/>
        </p:blipFill>
        <p:spPr>
          <a:xfrm xmlns:a="http://schemas.openxmlformats.org/drawingml/2006/main">
            <a:off x="1880786" y="1619250"/>
            <a:ext cx="6049177" cy="5086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2102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native-498">
            <a:extLst xmlns:a="http://schemas.openxmlformats.org/drawingml/2006/main">
              <a:ext uri="{FF2B5EF4-FFF2-40B4-BE49-F238E27FC236}">
                <a16:creationId xmlns:a16="http://schemas.microsoft.com/office/drawing/2014/main" id="{FDE62C10-25EF-4D4C-8A18-0E153E97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499">
            <a:extLst xmlns:a="http://schemas.openxmlformats.org/drawingml/2006/main">
              <a:ext uri="{FF2B5EF4-FFF2-40B4-BE49-F238E27FC236}">
                <a16:creationId xmlns:a16="http://schemas.microsoft.com/office/drawing/2014/main" id="{6E19E782-34E5-44A6-A63A-2C4A88E0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500">
            <a:extLst xmlns:a="http://schemas.openxmlformats.org/drawingml/2006/main">
              <a:ext uri="{FF2B5EF4-FFF2-40B4-BE49-F238E27FC236}">
                <a16:creationId xmlns:a16="http://schemas.microsoft.com/office/drawing/2014/main" id="{BF05EE73-7999-494B-A898-CF419B69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501">
            <a:extLst xmlns:a="http://schemas.openxmlformats.org/drawingml/2006/main">
              <a:ext uri="{FF2B5EF4-FFF2-40B4-BE49-F238E27FC236}">
                <a16:creationId xmlns:a16="http://schemas.microsoft.com/office/drawing/2014/main" id="{CEE24FD0-7175-45B8-9436-52B7C772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42</a:t>
            </a:r>
          </a:p>
        </p:txBody>
      </p:sp>
      <p:sp>
        <p:nvSpPr>
          <p:cNvPr id="5" name="native-502">
            <a:extLst xmlns:a="http://schemas.openxmlformats.org/drawingml/2006/main">
              <a:ext uri="{FF2B5EF4-FFF2-40B4-BE49-F238E27FC236}">
                <a16:creationId xmlns:a16="http://schemas.microsoft.com/office/drawing/2014/main" id="{298AFF76-37E2-4C88-9FC5-CF9C1179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242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ERD — TARGET CONCEPTUAL / LOGICAL MODEL</a:t>
            </a:r>
          </a:p>
        </p:txBody>
      </p:sp>
      <p:sp>
        <p:nvSpPr>
          <p:cNvPr id="6" name="native-503">
            <a:extLst xmlns:a="http://schemas.openxmlformats.org/drawingml/2006/main">
              <a:ext uri="{FF2B5EF4-FFF2-40B4-BE49-F238E27FC236}">
                <a16:creationId xmlns:a16="http://schemas.microsoft.com/office/drawing/2014/main" id="{6354CB2A-0FC6-4E80-A2D6-0410B3BD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42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504">
            <a:extLst xmlns:a="http://schemas.openxmlformats.org/drawingml/2006/main">
              <a:ext uri="{FF2B5EF4-FFF2-40B4-BE49-F238E27FC236}">
                <a16:creationId xmlns:a16="http://schemas.microsoft.com/office/drawing/2014/main" id="{3B825415-30D4-4A71-AB20-BC1D9AD3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24206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6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363C73-5211-4513-9E14-EB474CE7EE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824b262bad4aec"/>
          <a:stretch xmlns:a="http://schemas.openxmlformats.org/drawingml/2006/main"/>
        </p:blipFill>
        <p:spPr>
          <a:xfrm xmlns:a="http://schemas.openxmlformats.org/drawingml/2006/main">
            <a:off x="2705938" y="1619250"/>
            <a:ext cx="8304123" cy="5229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09912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3F5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native-505">
            <a:extLst xmlns:a="http://schemas.openxmlformats.org/drawingml/2006/main">
              <a:ext uri="{FF2B5EF4-FFF2-40B4-BE49-F238E27FC236}">
                <a16:creationId xmlns:a16="http://schemas.microsoft.com/office/drawing/2014/main" id="{0136DDB3-31F1-4FE0-8120-53437692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71500" cy="5715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native-506">
            <a:extLst xmlns:a="http://schemas.openxmlformats.org/drawingml/2006/main">
              <a:ext uri="{FF2B5EF4-FFF2-40B4-BE49-F238E27FC236}">
                <a16:creationId xmlns:a16="http://schemas.microsoft.com/office/drawing/2014/main" id="{AAB6B7E2-1458-43B5-85F9-CB6A1E6A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571500"/>
            <a:ext cx="933450" cy="9334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ative-507">
            <a:extLst xmlns:a="http://schemas.openxmlformats.org/drawingml/2006/main">
              <a:ext uri="{FF2B5EF4-FFF2-40B4-BE49-F238E27FC236}">
                <a16:creationId xmlns:a16="http://schemas.microsoft.com/office/drawing/2014/main" id="{CAD29B98-B63C-44A2-A232-BE9C9C81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668250" y="5981700"/>
            <a:ext cx="1047750" cy="173355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8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ative-508">
            <a:extLst xmlns:a="http://schemas.openxmlformats.org/drawingml/2006/main">
              <a:ext uri="{FF2B5EF4-FFF2-40B4-BE49-F238E27FC236}">
                <a16:creationId xmlns:a16="http://schemas.microsoft.com/office/drawing/2014/main" id="{E6E8753A-8588-4F87-A54B-D2083A57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286625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43</a:t>
            </a:r>
          </a:p>
        </p:txBody>
      </p:sp>
      <p:sp>
        <p:nvSpPr>
          <p:cNvPr id="5" name="native-509">
            <a:extLst xmlns:a="http://schemas.openxmlformats.org/drawingml/2006/main">
              <a:ext uri="{FF2B5EF4-FFF2-40B4-BE49-F238E27FC236}">
                <a16:creationId xmlns:a16="http://schemas.microsoft.com/office/drawing/2014/main" id="{7CB7061C-AD90-4B65-B9E5-A60021EB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238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NON-FUNCTIONAL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REQUIREMENTS</a:t>
            </a:r>
          </a:p>
        </p:txBody>
      </p:sp>
      <p:sp>
        <p:nvSpPr>
          <p:cNvPr id="6" name="native-510">
            <a:extLst xmlns:a="http://schemas.openxmlformats.org/drawingml/2006/main">
              <a:ext uri="{FF2B5EF4-FFF2-40B4-BE49-F238E27FC236}">
                <a16:creationId xmlns:a16="http://schemas.microsoft.com/office/drawing/2014/main" id="{9A73C1ED-8632-47A5-9650-128DC5AE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7775"/>
            <a:ext cx="1238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A2433"/>
            </a:solidFill>
            <a:prstDash val="solid"/>
          </a:ln>
        </p:spPr>
      </p:sp>
      <p:sp>
        <p:nvSpPr>
          <p:cNvPr id="7" name="native-511">
            <a:extLst xmlns:a="http://schemas.openxmlformats.org/drawingml/2006/main">
              <a:ext uri="{FF2B5EF4-FFF2-40B4-BE49-F238E27FC236}">
                <a16:creationId xmlns:a16="http://schemas.microsoft.com/office/drawing/2014/main" id="{ABDC6499-EC91-45E1-9042-34AAEFC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669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native-512">
            <a:extLst xmlns:a="http://schemas.openxmlformats.org/drawingml/2006/main">
              <a:ext uri="{FF2B5EF4-FFF2-40B4-BE49-F238E27FC236}">
                <a16:creationId xmlns:a16="http://schemas.microsoft.com/office/drawing/2014/main" id="{DF7A8351-D443-48AB-BF1D-87E15E0E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2076450"/>
            <a:ext cx="523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External Interfaces &amp; Reliability</a:t>
            </a:r>
          </a:p>
        </p:txBody>
      </p:sp>
      <p:sp>
        <p:nvSpPr>
          <p:cNvPr id="9" name="native-513">
            <a:extLst xmlns:a="http://schemas.openxmlformats.org/drawingml/2006/main">
              <a:ext uri="{FF2B5EF4-FFF2-40B4-BE49-F238E27FC236}">
                <a16:creationId xmlns:a16="http://schemas.microsoft.com/office/drawing/2014/main" id="{BE5A27B3-99F2-4CC5-BE66-854AF388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285750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native-514">
            <a:extLst xmlns:a="http://schemas.openxmlformats.org/drawingml/2006/main">
              <a:ext uri="{FF2B5EF4-FFF2-40B4-BE49-F238E27FC236}">
                <a16:creationId xmlns:a16="http://schemas.microsoft.com/office/drawing/2014/main" id="{BDCB869B-4340-4983-A254-D7FA815B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2857500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Optional Google sign-in with password fallback</a:t>
            </a:r>
          </a:p>
        </p:txBody>
      </p:sp>
      <p:sp>
        <p:nvSpPr>
          <p:cNvPr id="11" name="native-515">
            <a:extLst xmlns:a="http://schemas.openxmlformats.org/drawingml/2006/main">
              <a:ext uri="{FF2B5EF4-FFF2-40B4-BE49-F238E27FC236}">
                <a16:creationId xmlns:a16="http://schemas.microsoft.com/office/drawing/2014/main" id="{7F9B892E-3991-43C7-B2EA-3ABC2FF1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3256598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516">
            <a:extLst xmlns:a="http://schemas.openxmlformats.org/drawingml/2006/main">
              <a:ext uri="{FF2B5EF4-FFF2-40B4-BE49-F238E27FC236}">
                <a16:creationId xmlns:a16="http://schemas.microsoft.com/office/drawing/2014/main" id="{FD747F65-DF80-4AB4-A488-07F74701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256598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SMTP notifications and queued retries</a:t>
            </a:r>
          </a:p>
        </p:txBody>
      </p:sp>
      <p:sp>
        <p:nvSpPr>
          <p:cNvPr id="13" name="native-517">
            <a:extLst xmlns:a="http://schemas.openxmlformats.org/drawingml/2006/main">
              <a:ext uri="{FF2B5EF4-FFF2-40B4-BE49-F238E27FC236}">
                <a16:creationId xmlns:a16="http://schemas.microsoft.com/office/drawing/2014/main" id="{1CDD8765-6D09-4C22-983F-E9D9A1CC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3655695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518">
            <a:extLst xmlns:a="http://schemas.openxmlformats.org/drawingml/2006/main">
              <a:ext uri="{FF2B5EF4-FFF2-40B4-BE49-F238E27FC236}">
                <a16:creationId xmlns:a16="http://schemas.microsoft.com/office/drawing/2014/main" id="{757C869E-740D-4AC5-A7C1-F8DC4A15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655695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Planned media server and replaceable AI provider</a:t>
            </a:r>
          </a:p>
        </p:txBody>
      </p:sp>
      <p:sp>
        <p:nvSpPr>
          <p:cNvPr id="15" name="native-519">
            <a:extLst xmlns:a="http://schemas.openxmlformats.org/drawingml/2006/main">
              <a:ext uri="{FF2B5EF4-FFF2-40B4-BE49-F238E27FC236}">
                <a16:creationId xmlns:a16="http://schemas.microsoft.com/office/drawing/2014/main" id="{E0D5078E-AC7E-4F6E-9252-087E33EE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669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520">
            <a:extLst xmlns:a="http://schemas.openxmlformats.org/drawingml/2006/main">
              <a:ext uri="{FF2B5EF4-FFF2-40B4-BE49-F238E27FC236}">
                <a16:creationId xmlns:a16="http://schemas.microsoft.com/office/drawing/2014/main" id="{E1ECEFF0-C5BB-4C71-B834-C78585FA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076450"/>
            <a:ext cx="523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Usability &amp; User Experience</a:t>
            </a:r>
          </a:p>
        </p:txBody>
      </p:sp>
      <p:sp>
        <p:nvSpPr>
          <p:cNvPr id="17" name="native-521">
            <a:extLst xmlns:a="http://schemas.openxmlformats.org/drawingml/2006/main">
              <a:ext uri="{FF2B5EF4-FFF2-40B4-BE49-F238E27FC236}">
                <a16:creationId xmlns:a16="http://schemas.microsoft.com/office/drawing/2014/main" id="{24861838-D361-4628-851E-000AC76C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85750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native-522">
            <a:extLst xmlns:a="http://schemas.openxmlformats.org/drawingml/2006/main">
              <a:ext uri="{FF2B5EF4-FFF2-40B4-BE49-F238E27FC236}">
                <a16:creationId xmlns:a16="http://schemas.microsoft.com/office/drawing/2014/main" id="{17CC6524-143F-40C0-8319-FB63EA5D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857500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Vietnamese UI with consistent terminology</a:t>
            </a:r>
          </a:p>
        </p:txBody>
      </p:sp>
      <p:sp>
        <p:nvSpPr>
          <p:cNvPr id="19" name="native-523">
            <a:extLst xmlns:a="http://schemas.openxmlformats.org/drawingml/2006/main">
              <a:ext uri="{FF2B5EF4-FFF2-40B4-BE49-F238E27FC236}">
                <a16:creationId xmlns:a16="http://schemas.microsoft.com/office/drawing/2014/main" id="{69205496-629D-419F-9EC0-5CE0E825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256598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native-524">
            <a:extLst xmlns:a="http://schemas.openxmlformats.org/drawingml/2006/main">
              <a:ext uri="{FF2B5EF4-FFF2-40B4-BE49-F238E27FC236}">
                <a16:creationId xmlns:a16="http://schemas.microsoft.com/office/drawing/2014/main" id="{41D5C06B-452E-4C22-9DD9-73EB42E2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256598"/>
            <a:ext cx="48863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Desktop-first, with specified mobile-capable flows</a:t>
            </a:r>
          </a:p>
        </p:txBody>
      </p:sp>
      <p:sp>
        <p:nvSpPr>
          <p:cNvPr id="21" name="native-525">
            <a:extLst xmlns:a="http://schemas.openxmlformats.org/drawingml/2006/main">
              <a:ext uri="{FF2B5EF4-FFF2-40B4-BE49-F238E27FC236}">
                <a16:creationId xmlns:a16="http://schemas.microsoft.com/office/drawing/2014/main" id="{A8973090-7019-4872-94DA-8C07699F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875723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native-526">
            <a:extLst xmlns:a="http://schemas.openxmlformats.org/drawingml/2006/main">
              <a:ext uri="{FF2B5EF4-FFF2-40B4-BE49-F238E27FC236}">
                <a16:creationId xmlns:a16="http://schemas.microsoft.com/office/drawing/2014/main" id="{25AA98D8-D5BB-49D5-8119-C80C1A6C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5723"/>
            <a:ext cx="48863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Keyboard access, visible focus and 4.5:1 text contrast</a:t>
            </a:r>
          </a:p>
        </p:txBody>
      </p:sp>
      <p:sp>
        <p:nvSpPr>
          <p:cNvPr id="23" name="native-527">
            <a:extLst xmlns:a="http://schemas.openxmlformats.org/drawingml/2006/main">
              <a:ext uri="{FF2B5EF4-FFF2-40B4-BE49-F238E27FC236}">
                <a16:creationId xmlns:a16="http://schemas.microsoft.com/office/drawing/2014/main" id="{06BBD779-A1F3-4616-AD36-20DE1F66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8006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native-528">
            <a:extLst xmlns:a="http://schemas.openxmlformats.org/drawingml/2006/main">
              <a:ext uri="{FF2B5EF4-FFF2-40B4-BE49-F238E27FC236}">
                <a16:creationId xmlns:a16="http://schemas.microsoft.com/office/drawing/2014/main" id="{EC91B060-87B9-46C5-9FBC-5C5A9F064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610100"/>
            <a:ext cx="523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Performance &amp; Capacity</a:t>
            </a:r>
          </a:p>
        </p:txBody>
      </p:sp>
      <p:sp>
        <p:nvSpPr>
          <p:cNvPr id="25" name="native-529">
            <a:extLst xmlns:a="http://schemas.openxmlformats.org/drawingml/2006/main">
              <a:ext uri="{FF2B5EF4-FFF2-40B4-BE49-F238E27FC236}">
                <a16:creationId xmlns:a16="http://schemas.microsoft.com/office/drawing/2014/main" id="{8BFB920C-D058-4FB2-9E1C-F8FF9F14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539115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6" name="native-530">
            <a:extLst xmlns:a="http://schemas.openxmlformats.org/drawingml/2006/main">
              <a:ext uri="{FF2B5EF4-FFF2-40B4-BE49-F238E27FC236}">
                <a16:creationId xmlns:a16="http://schemas.microsoft.com/office/drawing/2014/main" id="{B0462D51-DE84-43DD-A68D-484EDF0E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391150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load ≤3 s; screen data ≤2 s p95</a:t>
            </a:r>
          </a:p>
        </p:txBody>
      </p:sp>
      <p:sp>
        <p:nvSpPr>
          <p:cNvPr id="27" name="native-531">
            <a:extLst xmlns:a="http://schemas.openxmlformats.org/drawingml/2006/main">
              <a:ext uri="{FF2B5EF4-FFF2-40B4-BE49-F238E27FC236}">
                <a16:creationId xmlns:a16="http://schemas.microsoft.com/office/drawing/2014/main" id="{217B58C1-0E7A-41E6-945B-FE84F98D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5790248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8" name="native-532">
            <a:extLst xmlns:a="http://schemas.openxmlformats.org/drawingml/2006/main">
              <a:ext uri="{FF2B5EF4-FFF2-40B4-BE49-F238E27FC236}">
                <a16:creationId xmlns:a16="http://schemas.microsoft.com/office/drawing/2014/main" id="{E4D7AE8B-A995-4C76-B100-727EF110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790248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API ≤1 s p95 with up to 100 active users</a:t>
            </a:r>
          </a:p>
        </p:txBody>
      </p:sp>
      <p:sp>
        <p:nvSpPr>
          <p:cNvPr id="29" name="native-533">
            <a:extLst xmlns:a="http://schemas.openxmlformats.org/drawingml/2006/main">
              <a:ext uri="{FF2B5EF4-FFF2-40B4-BE49-F238E27FC236}">
                <a16:creationId xmlns:a16="http://schemas.microsoft.com/office/drawing/2014/main" id="{DAFE7B41-E5AB-4D9D-9F40-A9947AC1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6189345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0" name="native-534">
            <a:extLst xmlns:a="http://schemas.openxmlformats.org/drawingml/2006/main">
              <a:ext uri="{FF2B5EF4-FFF2-40B4-BE49-F238E27FC236}">
                <a16:creationId xmlns:a16="http://schemas.microsoft.com/office/drawing/2014/main" id="{1820B3E2-0719-4EFE-AEF5-353FC519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6189345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200 signed-in users; room target 30, hard cap 50</a:t>
            </a:r>
          </a:p>
        </p:txBody>
      </p:sp>
      <p:sp>
        <p:nvSpPr>
          <p:cNvPr id="31" name="native-535">
            <a:extLst xmlns:a="http://schemas.openxmlformats.org/drawingml/2006/main">
              <a:ext uri="{FF2B5EF4-FFF2-40B4-BE49-F238E27FC236}">
                <a16:creationId xmlns:a16="http://schemas.microsoft.com/office/drawing/2014/main" id="{CDFF364A-1F2C-4E24-A6CA-C61B35DB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6588442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2" name="native-536">
            <a:extLst xmlns:a="http://schemas.openxmlformats.org/drawingml/2006/main">
              <a:ext uri="{FF2B5EF4-FFF2-40B4-BE49-F238E27FC236}">
                <a16:creationId xmlns:a16="http://schemas.microsoft.com/office/drawing/2014/main" id="{4DD4B5A1-053B-4E32-B207-415E1B08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6588442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Transcript ≤1.5× audio duration; summary ≤5 min</a:t>
            </a:r>
          </a:p>
        </p:txBody>
      </p:sp>
      <p:sp>
        <p:nvSpPr>
          <p:cNvPr id="33" name="native-537">
            <a:extLst xmlns:a="http://schemas.openxmlformats.org/drawingml/2006/main">
              <a:ext uri="{FF2B5EF4-FFF2-40B4-BE49-F238E27FC236}">
                <a16:creationId xmlns:a16="http://schemas.microsoft.com/office/drawing/2014/main" id="{8521A5F7-9B4D-4F2F-A071-F1318092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006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D94"/>
          </a:solidFill>
          <a:ln xmlns:a="http://schemas.openxmlformats.org/drawingml/2006/main" w="14288">
            <a:solidFill>
              <a:srgbClr val="2A4D94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4" name="native-538">
            <a:extLst xmlns:a="http://schemas.openxmlformats.org/drawingml/2006/main">
              <a:ext uri="{FF2B5EF4-FFF2-40B4-BE49-F238E27FC236}">
                <a16:creationId xmlns:a16="http://schemas.microsoft.com/office/drawing/2014/main" id="{87DCBB25-B460-436D-BFB5-ADBF6E23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610100"/>
            <a:ext cx="523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Security &amp; Privacy</a:t>
            </a:r>
          </a:p>
        </p:txBody>
      </p:sp>
      <p:sp>
        <p:nvSpPr>
          <p:cNvPr id="35" name="native-539">
            <a:extLst xmlns:a="http://schemas.openxmlformats.org/drawingml/2006/main">
              <a:ext uri="{FF2B5EF4-FFF2-40B4-BE49-F238E27FC236}">
                <a16:creationId xmlns:a16="http://schemas.microsoft.com/office/drawing/2014/main" id="{2454FF85-DD7D-4E15-AF26-C8081122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5391150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6" name="native-540">
            <a:extLst xmlns:a="http://schemas.openxmlformats.org/drawingml/2006/main">
              <a:ext uri="{FF2B5EF4-FFF2-40B4-BE49-F238E27FC236}">
                <a16:creationId xmlns:a16="http://schemas.microsoft.com/office/drawing/2014/main" id="{EF2DAEAF-9DAA-45C6-B897-8F4D7748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5391150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Server-side capabilities and row-level access</a:t>
            </a:r>
          </a:p>
        </p:txBody>
      </p:sp>
      <p:sp>
        <p:nvSpPr>
          <p:cNvPr id="37" name="native-541">
            <a:extLst xmlns:a="http://schemas.openxmlformats.org/drawingml/2006/main">
              <a:ext uri="{FF2B5EF4-FFF2-40B4-BE49-F238E27FC236}">
                <a16:creationId xmlns:a16="http://schemas.microsoft.com/office/drawing/2014/main" id="{F2235FCE-FD36-4CE7-833E-A65AC39A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5790248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8" name="native-542">
            <a:extLst xmlns:a="http://schemas.openxmlformats.org/drawingml/2006/main">
              <a:ext uri="{FF2B5EF4-FFF2-40B4-BE49-F238E27FC236}">
                <a16:creationId xmlns:a16="http://schemas.microsoft.com/office/drawing/2014/main" id="{71F4BA34-13E0-4D95-BD63-4C00900A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5790248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Guest sessions are scoped to one invited Meeting</a:t>
            </a:r>
          </a:p>
        </p:txBody>
      </p:sp>
      <p:sp>
        <p:nvSpPr>
          <p:cNvPr id="39" name="native-543">
            <a:extLst xmlns:a="http://schemas.openxmlformats.org/drawingml/2006/main">
              <a:ext uri="{FF2B5EF4-FFF2-40B4-BE49-F238E27FC236}">
                <a16:creationId xmlns:a16="http://schemas.microsoft.com/office/drawing/2014/main" id="{8CC371C2-2786-4789-8136-994524AD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6189345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0" name="native-544">
            <a:extLst xmlns:a="http://schemas.openxmlformats.org/drawingml/2006/main">
              <a:ext uri="{FF2B5EF4-FFF2-40B4-BE49-F238E27FC236}">
                <a16:creationId xmlns:a16="http://schemas.microsoft.com/office/drawing/2014/main" id="{D6C24DB9-9307-4E8C-A3E4-A3139CF8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6189345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HTTPS / WSS, audit evidence and secure sessions</a:t>
            </a:r>
          </a:p>
        </p:txBody>
      </p:sp>
      <p:sp>
        <p:nvSpPr>
          <p:cNvPr id="41" name="native-545">
            <a:extLst xmlns:a="http://schemas.openxmlformats.org/drawingml/2006/main">
              <a:ext uri="{FF2B5EF4-FFF2-40B4-BE49-F238E27FC236}">
                <a16:creationId xmlns:a16="http://schemas.microsoft.com/office/drawing/2014/main" id="{0EAF9E95-FE32-4CFE-B393-1BB5C26D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6588442"/>
            <a:ext cx="209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2" name="native-546">
            <a:extLst xmlns:a="http://schemas.openxmlformats.org/drawingml/2006/main">
              <a:ext uri="{FF2B5EF4-FFF2-40B4-BE49-F238E27FC236}">
                <a16:creationId xmlns:a16="http://schemas.microsoft.com/office/drawing/2014/main" id="{B26B085F-0FE8-42A9-A5BC-9E215102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6588442"/>
            <a:ext cx="48863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Audio consent, retention and recorded deletion</a:t>
            </a:r>
          </a:p>
        </p:txBody>
      </p:sp>
      <p:sp>
        <p:nvSpPr>
          <p:cNvPr id="43" name="native-547">
            <a:extLst xmlns:a="http://schemas.openxmlformats.org/drawingml/2006/main">
              <a:ext uri="{FF2B5EF4-FFF2-40B4-BE49-F238E27FC236}">
                <a16:creationId xmlns:a16="http://schemas.microsoft.com/office/drawing/2014/main" id="{98DE713D-E36C-4A53-B9FD-248DDF50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219950"/>
            <a:ext cx="11191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SRS acceptance targets · measured results belong in later testing reports</a:t>
            </a:r>
          </a:p>
        </p:txBody>
      </p:sp>
    </p:spTree>
    <p:extLst>
      <p:ext uri="{BB962C8B-B14F-4D97-AF65-F5344CB8AC3E}">
        <p14:creationId xmlns:p14="http://schemas.microsoft.com/office/powerpoint/2010/main" val="9248704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2026-10-11T15:33:22.7440000Z</dcterms:created>
  <dcterms:modified xsi:type="dcterms:W3CDTF">2026-10-11T15:33:22.7440000Z</dcterms:modified>
</coreProperties>
</file>